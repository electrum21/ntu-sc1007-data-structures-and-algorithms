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</p:sldMasterIdLst>
  <p:notesMasterIdLst>
    <p:notesMasterId r:id="rId33"/>
  </p:notesMasterIdLst>
  <p:handoutMasterIdLst>
    <p:handoutMasterId r:id="rId34"/>
  </p:handoutMasterIdLst>
  <p:sldIdLst>
    <p:sldId id="256" r:id="rId2"/>
    <p:sldId id="370" r:id="rId3"/>
    <p:sldId id="372" r:id="rId4"/>
    <p:sldId id="371" r:id="rId5"/>
    <p:sldId id="373" r:id="rId6"/>
    <p:sldId id="376" r:id="rId7"/>
    <p:sldId id="374" r:id="rId8"/>
    <p:sldId id="377" r:id="rId9"/>
    <p:sldId id="375" r:id="rId10"/>
    <p:sldId id="270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8" r:id="rId23"/>
    <p:sldId id="364" r:id="rId24"/>
    <p:sldId id="367" r:id="rId25"/>
    <p:sldId id="369" r:id="rId26"/>
    <p:sldId id="327" r:id="rId27"/>
    <p:sldId id="378" r:id="rId28"/>
    <p:sldId id="334" r:id="rId29"/>
    <p:sldId id="379" r:id="rId30"/>
    <p:sldId id="380" r:id="rId31"/>
    <p:sldId id="342" r:id="rId32"/>
  </p:sldIdLst>
  <p:sldSz cx="12192000" cy="6858000"/>
  <p:notesSz cx="6858000" cy="91170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sura Embuldeniya" initials="TE" lastIdx="1" clrIdx="0">
    <p:extLst>
      <p:ext uri="{19B8F6BF-5375-455C-9EA6-DF929625EA0E}">
        <p15:presenceInfo xmlns:p15="http://schemas.microsoft.com/office/powerpoint/2012/main" userId="Thisura Embulden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EFEA1E"/>
    <a:srgbClr val="007000"/>
    <a:srgbClr val="008101"/>
    <a:srgbClr val="00D500"/>
    <a:srgbClr val="005684"/>
    <a:srgbClr val="00D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CA3561-FE5E-4542-8B18-29B25E8D3426}" v="297" dt="2026-01-24T14:01:43.4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92" autoAdjust="0"/>
    <p:restoredTop sz="95223" autoAdjust="0"/>
  </p:normalViewPr>
  <p:slideViewPr>
    <p:cSldViewPr>
      <p:cViewPr varScale="1">
        <p:scale>
          <a:sx n="105" d="100"/>
          <a:sy n="105" d="100"/>
        </p:scale>
        <p:origin x="107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7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006009-C8A5-F11E-E268-93F974210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C0CA48C-09AF-7C9A-4195-3D2328B898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776C944-EA5B-1FAF-B28C-8D8CA6F34C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F00AD5-AD79-FF2F-0790-B8A4F97E4A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317DC3-BFDA-0947-A178-1C298ABF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A19D3-F2AC-CA32-3DA3-E3ED416DC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701A-D056-2203-2DC3-AE192D1E50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5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6B0F57A-04E5-0540-A1A0-952260D73BE1}" type="datetimeFigureOut">
              <a:rPr lang="en-US" altLang="en-US"/>
              <a:pPr>
                <a:defRPr/>
              </a:pPr>
              <a:t>1/31/2026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96BB95-6A69-34AB-1339-78BD7D188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2113" y="684213"/>
            <a:ext cx="6073775" cy="3417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727E08-A12F-E29B-335E-D474A0326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FD0A-71DC-9E9D-A3BD-CA756C07B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AAF5-D0F0-5094-5D9A-B211B413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BD23AC-336B-CE4A-AE44-9815AB59A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98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75723-478C-D3CA-BA7D-56C910245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2D1E-BB89-610D-87C4-4D9903AB4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0679C-8974-A16A-D4DB-51C70BE36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analyze the basic anatomy of a LinkedList. It consists of a series of interconnected nodes, where each node contains two parts: a reference to the </a:t>
            </a:r>
            <a:r>
              <a:rPr lang="en-US" b="1" dirty="0"/>
              <a:t>data</a:t>
            </a:r>
            <a:r>
              <a:rPr lang="en-US" dirty="0"/>
              <a:t> it holds and a reference to the </a:t>
            </a:r>
            <a:r>
              <a:rPr lang="en-US" b="1" dirty="0"/>
              <a:t>next node</a:t>
            </a:r>
            <a:r>
              <a:rPr lang="en-US" dirty="0"/>
              <a:t> in the sequence.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data can be any object, such as an integer, a string, or a key-value pair. Each node is linked to the next one in line through its reference, creating a chain of connected nodes. The last node in this sequence points to None, indicating the end of the list. The entire structure is accessed via a </a:t>
            </a:r>
            <a:r>
              <a:rPr lang="en-US" b="1" dirty="0"/>
              <a:t>header</a:t>
            </a:r>
            <a:r>
              <a:rPr lang="en-US" dirty="0"/>
              <a:t> object, which holds a reference to the first node in the list. If the reference to this header is lost, the entire list becomes inaccessible.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11DE7-F337-7C43-4342-1B5F18F97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314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6EC22-F49D-F6CC-C111-FDAFB5D5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47C8E-88FA-8260-5CFB-905E2BA34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9803F-9009-0036-CB2C-7D8200031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89830-8FE0-1443-EF55-207667E10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414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24AB-599E-FA40-7D76-B17E237D4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3B6A2-1E44-3BB2-674A-FA9177347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8D9EF-D920-5239-2829-AC4A0731A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31781-E3C3-89D8-CFFC-2DD89173C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09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FFF3-427A-4EF7-9E10-84C4EF56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E6241-BA43-9742-E089-6638FACB2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DD7F2-2DD3-C2C1-481E-035258CD9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C4C8A-9631-FCBC-DAEE-4DE5D0700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1478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66240-EC44-05EF-4A0D-89C32BAD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E5D0AF-3FD4-2335-A8E9-4B35D29FC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74E85-B985-5710-B84B-4740A01B7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BEE8F-5DE4-E115-532A-3E587032E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3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CEBD-E6DC-0C10-9128-52052F9A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A1824-4142-9832-1FE1-E8E452FD0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68576-A3CB-76C7-D23C-8BA3AA61F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E5978-0415-902C-3DF0-CF348F0FE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8735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83EBF-C4A4-A0B0-984B-70E07F64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1D94D-3CC7-04A3-183C-64DAE638F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C6F76-1D5E-2357-59FB-6E18F1DE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E3300-2198-4F64-6E33-B38339E4F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3180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1C0A-204A-4750-A2BC-B2350069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B5E2B-ABC6-1FCA-577C-B872DDB1A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FA684-E348-5872-3C88-D0243F5BB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83B9F-2E89-3290-3310-C9FD756AF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868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8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632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4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DAAE6-054C-8B2E-EC54-CBFAE070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27150-E563-D5B5-95B8-FE8FF2273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81CE5-07E7-C560-BF8A-3FB25122A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5FF53-EB14-AE3A-AE5C-26B8C3D90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2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9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8DDD-6A34-29DE-307C-D66FE314D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495F8-45FA-5E23-392D-1DBEB6F29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94E3B-7067-2D21-ABF9-0BD22886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EFB4-7D4B-8B97-8217-3DF1C4B69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50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626C0-ED27-656E-F6D0-E65FACA3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68037-D514-538B-0F0E-5538F7557B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E7D19-AD7C-8CD9-B843-50E31B785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B0ED9-684B-56F7-8BFA-1177B75D2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93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86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257E-3053-48F9-AF47-8B01721D4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74E0-5944-4878-AEF1-C5259EDCE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0E95-E146-4257-8F12-3E0D566F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5C43-CA97-470C-ADE9-4AC83332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5057-47E6-487A-BAEE-43A95AC0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30A5-D5CA-A246-A156-56ED2EC77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88DE-A057-42F6-A6DC-1E6DF10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FE7-DE29-4220-B45B-E3165A57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7D05-41BE-4646-ADC0-F29FF52F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C04D-2B6D-4F02-9379-39DFF22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C647-66B2-43EA-9EED-9BA0B14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508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D9EB-7DC7-4DB2-8F4F-CFC94777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1CF0-6AB6-49D7-BECC-7021BA4C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E906-1373-4F27-A451-5D3267D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A46-69A7-4811-90E1-DEDA05B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D46-5D9D-4D4A-A154-E4EF4B1D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46413-4138-1741-9544-A971B9E4B9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5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48D-C56C-438A-A0B5-241602DB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FEC0-93F6-4BD7-BB41-54D2A78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46F53-6ED2-4C35-A945-F0DB5BB6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5A-2919-49A1-9404-A262E1A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F54-A1EF-4ABE-88A3-1958B154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BC3D-C887-42C4-B1FC-D798377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943D-DA51-A44E-9BC0-B926421C4F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CD365C-8F07-492B-BA5A-847747DB0CCC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15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B275-7417-43D8-9207-B8A69C1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745B-7392-4FF0-B273-B59D5BB3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A104B-C8A4-4139-A010-907410F4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191E3-BE5A-4659-8984-E68769E89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5E952-80E1-40AA-9342-48B3C680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33580-B74A-4F2A-AD5E-261D58F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028E1-C39E-4724-BB9B-5A310E0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2FC7-CCA5-45FB-A278-92F4FC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C4715-6A71-1C46-9980-4AE305EAD2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5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1C20-B2EB-48DC-A5EC-875632D2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DF8CB-93B7-409D-97EF-356CB343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394EB-F370-4E97-9997-BE95563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EBB-F440-4B59-B9FD-2AD261B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B2A47-46D6-42D5-BDBE-E52134F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62E42-B7B3-4F33-84D7-831A1B12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E50F-0B21-4838-90C1-7F40FB4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2868-DD1E-A642-8FEC-D36C027838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924-D81C-44C0-BCB3-553AB7B0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D6CF-C78F-4B8A-9B44-1FB03E1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BBEC-DD5A-499C-A78A-03DEA838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98EE-3406-4371-8BC1-4EFAC61D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007-4873-4C8D-B644-8C0C3EE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359E-A9CF-4F4B-8649-D470D91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60E2-CFCD-8D45-BC62-DECE35FE1F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5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B15-9B2D-438E-BC92-9D0A8F4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865A-3459-441D-8F43-4997461B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B3DD-A484-4942-8A0C-B7C3E167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CE3D4-C063-49D7-9B3B-782D063E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7425-E34A-4A52-BCF8-D008C185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05D9-6E17-46C2-A1DD-9681823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8B059-8C46-F247-8A74-0D28BDE5E3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5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5B43-A193-4493-A2BE-590A4341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9682-392E-4813-AD6E-F3DCE6BF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28A7-1DD5-422E-BEC2-4643876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7C8-162D-4B22-AD42-B006811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4873-B533-4221-8469-57AA3753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90574-997A-3847-9212-FE26D54637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35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23116-7B90-4155-BA93-0075939EB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B8FC-A1A9-43F9-AFDC-2D5477B4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D2FD-FD11-4EDB-AB71-E449803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F371-418F-48A7-B0BC-45A3E60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C50-2A85-45FB-BCC2-76043CB7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3E6B6-6649-824A-9F70-3BBE984739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09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B16F45E7-D03F-4586-B0E0-EC63E966491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i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8F009-9366-4850-9E23-2A84A3F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422F-6D07-497F-B7A0-A689BBB3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6C82-C460-43F0-9B4C-C710E9B509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0534D-CF79-4C82-943E-954E07D7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978768-B8C8-4719-8F17-5A23840DCCE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39C9BC-F78C-4B17-929F-32B2ED95D225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3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bldLvl="4" autoUpdateAnimBg="0"/>
      <p:bldP spid="3" grpId="0" build="p" bldLvl="4" autoUpdateAnimBg="0"/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E137-ACEE-41BF-87CB-D2B72CD5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1898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DDACFC5-EB70-4F0D-A5C1-F08AA8632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719" y="2865536"/>
            <a:ext cx="6128481" cy="1672517"/>
          </a:xfrm>
        </p:spPr>
        <p:txBody>
          <a:bodyPr rtlCol="0" anchor="b">
            <a:noAutofit/>
          </a:bodyPr>
          <a:lstStyle/>
          <a:p>
            <a:pPr algn="l">
              <a:defRPr/>
            </a:pP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Data Structures &amp; Algorithms in Python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en-US" sz="1800" dirty="0"/>
              <a:t>Linked Lists – Lab Answers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7AFD-D505-4500-9697-EDFFEF0B2629}"/>
              </a:ext>
            </a:extLst>
          </p:cNvPr>
          <p:cNvSpPr txBox="1"/>
          <p:nvPr/>
        </p:nvSpPr>
        <p:spPr>
          <a:xfrm>
            <a:off x="43719" y="5641705"/>
            <a:ext cx="4248279" cy="7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400" b="1" dirty="0">
                <a:solidFill>
                  <a:schemeClr val="bg1"/>
                </a:solidFill>
              </a:rPr>
              <a:t>College of Computing and Data Science</a:t>
            </a:r>
            <a:endParaRPr lang="en-SG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SG" sz="14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DDBA02-A0B9-4A7D-9F97-3DA4C937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6704"/>
            <a:ext cx="3878519" cy="155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0728-753C-3FF3-A045-4C98C7F6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2553B2-790A-D5C1-D516-F4B28F53D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5AACC6C-5530-A5CF-2D4C-94E64ABCD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6799" y="1436912"/>
            <a:ext cx="10548257" cy="2993567"/>
          </a:xfrm>
        </p:spPr>
        <p:txBody>
          <a:bodyPr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LinkedList</a:t>
            </a:r>
            <a:r>
              <a:rPr lang="en-US" sz="2000" dirty="0"/>
              <a:t> consists of a connected sequence of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Link/Node</a:t>
            </a:r>
            <a:r>
              <a:rPr lang="en-US" sz="2000" dirty="0"/>
              <a:t> objects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Each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dirty="0"/>
              <a:t> contains a reference to a datum and a reference to the next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r>
              <a:rPr lang="en-US" sz="2000" dirty="0"/>
              <a:t> in the sequence. </a:t>
            </a:r>
          </a:p>
          <a:p>
            <a:pPr lvl="1"/>
            <a:r>
              <a:rPr lang="en-US" sz="1800" dirty="0">
                <a:highlight>
                  <a:srgbClr val="FFFF00"/>
                </a:highlight>
              </a:rPr>
              <a:t>The datum is just an object. It could be just an int or a string, or it could contain a key/data pair.</a:t>
            </a:r>
            <a:br>
              <a:rPr lang="en-US" sz="1800" dirty="0">
                <a:highlight>
                  <a:srgbClr val="FFFF00"/>
                </a:highlight>
              </a:rPr>
            </a:br>
            <a:endParaRPr lang="en-US" sz="1800" dirty="0">
              <a:highlight>
                <a:srgbClr val="FFFF00"/>
              </a:highlight>
            </a:endParaRPr>
          </a:p>
          <a:p>
            <a:r>
              <a:rPr lang="en-US" sz="2000" dirty="0"/>
              <a:t>The last node in the sequence refers to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2000" dirty="0"/>
              <a:t> as its next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/>
              <a:t>The sequence of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nodes</a:t>
            </a:r>
            <a:r>
              <a:rPr lang="en-US" sz="2000" dirty="0"/>
              <a:t> is accessed via a “header” object that contains a reference to the first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 </a:t>
            </a:r>
            <a:r>
              <a:rPr lang="en-US" sz="2000" dirty="0"/>
              <a:t>in the sequence.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FD1E48-5DAC-98AD-33D5-2925DB774E3B}"/>
              </a:ext>
            </a:extLst>
          </p:cNvPr>
          <p:cNvGrpSpPr/>
          <p:nvPr/>
        </p:nvGrpSpPr>
        <p:grpSpPr>
          <a:xfrm>
            <a:off x="944123" y="4707918"/>
            <a:ext cx="10303753" cy="947345"/>
            <a:chOff x="669047" y="1066800"/>
            <a:chExt cx="10303753" cy="94734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109167-3EFD-2266-AA60-E7056A5F8436}"/>
                </a:ext>
              </a:extLst>
            </p:cNvPr>
            <p:cNvSpPr/>
            <p:nvPr/>
          </p:nvSpPr>
          <p:spPr>
            <a:xfrm>
              <a:off x="1656335" y="1361394"/>
              <a:ext cx="71587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John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18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4.0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3FB2BC-368C-6A5E-B367-0FCDED67F90C}"/>
                </a:ext>
              </a:extLst>
            </p:cNvPr>
            <p:cNvSpPr/>
            <p:nvPr/>
          </p:nvSpPr>
          <p:spPr>
            <a:xfrm>
              <a:off x="2372210" y="1352431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5" name="Right Arrow 5">
              <a:extLst>
                <a:ext uri="{FF2B5EF4-FFF2-40B4-BE49-F238E27FC236}">
                  <a16:creationId xmlns:a16="http://schemas.microsoft.com/office/drawing/2014/main" id="{27EFBA63-6229-10A1-0156-D42AFDDD3002}"/>
                </a:ext>
              </a:extLst>
            </p:cNvPr>
            <p:cNvSpPr/>
            <p:nvPr/>
          </p:nvSpPr>
          <p:spPr>
            <a:xfrm>
              <a:off x="2592375" y="1507069"/>
              <a:ext cx="715917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9528783-80A7-C792-8A32-B3E842F220C0}"/>
                </a:ext>
              </a:extLst>
            </p:cNvPr>
            <p:cNvSpPr/>
            <p:nvPr/>
          </p:nvSpPr>
          <p:spPr>
            <a:xfrm>
              <a:off x="6644412" y="1361394"/>
              <a:ext cx="89271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Jane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25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3.7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84994C5-C940-D2AB-4796-FB8F98A0E6D4}"/>
                </a:ext>
              </a:extLst>
            </p:cNvPr>
            <p:cNvSpPr/>
            <p:nvPr/>
          </p:nvSpPr>
          <p:spPr>
            <a:xfrm>
              <a:off x="7537128" y="1352430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Right Arrow 8">
              <a:extLst>
                <a:ext uri="{FF2B5EF4-FFF2-40B4-BE49-F238E27FC236}">
                  <a16:creationId xmlns:a16="http://schemas.microsoft.com/office/drawing/2014/main" id="{F0519B55-2F18-B7E1-12A0-A9CEB9C5A12E}"/>
                </a:ext>
              </a:extLst>
            </p:cNvPr>
            <p:cNvSpPr/>
            <p:nvPr/>
          </p:nvSpPr>
          <p:spPr>
            <a:xfrm>
              <a:off x="7757293" y="1507068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8D9EFC0C-8EBD-6112-0A20-65157EE12A96}"/>
                </a:ext>
              </a:extLst>
            </p:cNvPr>
            <p:cNvSpPr txBox="1"/>
            <p:nvPr/>
          </p:nvSpPr>
          <p:spPr>
            <a:xfrm>
              <a:off x="1571834" y="1152751"/>
              <a:ext cx="764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0x1000</a:t>
              </a:r>
            </a:p>
          </p:txBody>
        </p: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FE4BE36F-4524-AA59-62AF-62BD18AAEB1F}"/>
                </a:ext>
              </a:extLst>
            </p:cNvPr>
            <p:cNvSpPr txBox="1"/>
            <p:nvPr/>
          </p:nvSpPr>
          <p:spPr>
            <a:xfrm>
              <a:off x="3218389" y="1140693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0x1010</a:t>
              </a:r>
            </a:p>
          </p:txBody>
        </p:sp>
        <p:sp>
          <p:nvSpPr>
            <p:cNvPr id="51" name="TextBox 19">
              <a:extLst>
                <a:ext uri="{FF2B5EF4-FFF2-40B4-BE49-F238E27FC236}">
                  <a16:creationId xmlns:a16="http://schemas.microsoft.com/office/drawing/2014/main" id="{E38BD301-F765-99E4-D09E-46527F17B009}"/>
                </a:ext>
              </a:extLst>
            </p:cNvPr>
            <p:cNvSpPr txBox="1"/>
            <p:nvPr/>
          </p:nvSpPr>
          <p:spPr>
            <a:xfrm>
              <a:off x="4864944" y="1152751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0x1020</a:t>
              </a:r>
            </a:p>
          </p:txBody>
        </p:sp>
        <p:sp>
          <p:nvSpPr>
            <p:cNvPr id="52" name="TextBox 20">
              <a:extLst>
                <a:ext uri="{FF2B5EF4-FFF2-40B4-BE49-F238E27FC236}">
                  <a16:creationId xmlns:a16="http://schemas.microsoft.com/office/drawing/2014/main" id="{36152F7A-5955-63D0-0153-0BBB052EEA6B}"/>
                </a:ext>
              </a:extLst>
            </p:cNvPr>
            <p:cNvSpPr txBox="1"/>
            <p:nvPr/>
          </p:nvSpPr>
          <p:spPr>
            <a:xfrm>
              <a:off x="6584945" y="1152751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0x1030</a:t>
              </a:r>
            </a:p>
          </p:txBody>
        </p:sp>
        <p:sp>
          <p:nvSpPr>
            <p:cNvPr id="53" name="TextBox 21">
              <a:extLst>
                <a:ext uri="{FF2B5EF4-FFF2-40B4-BE49-F238E27FC236}">
                  <a16:creationId xmlns:a16="http://schemas.microsoft.com/office/drawing/2014/main" id="{811917A4-E0E0-E35C-9D41-B81ED63794C3}"/>
                </a:ext>
              </a:extLst>
            </p:cNvPr>
            <p:cNvSpPr txBox="1"/>
            <p:nvPr/>
          </p:nvSpPr>
          <p:spPr>
            <a:xfrm rot="16200000">
              <a:off x="2183438" y="1533742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0x1010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51DD89E-36AB-7AB7-E482-9799709D9FDF}"/>
                </a:ext>
              </a:extLst>
            </p:cNvPr>
            <p:cNvGrpSpPr/>
            <p:nvPr/>
          </p:nvGrpSpPr>
          <p:grpSpPr>
            <a:xfrm>
              <a:off x="3308292" y="1352431"/>
              <a:ext cx="1233372" cy="661714"/>
              <a:chOff x="3087616" y="5441578"/>
              <a:chExt cx="1233372" cy="661714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6F5DCF6-7C30-108A-CCBB-BA6DCCAC9B0F}"/>
                  </a:ext>
                </a:extLst>
              </p:cNvPr>
              <p:cNvSpPr/>
              <p:nvPr/>
            </p:nvSpPr>
            <p:spPr>
              <a:xfrm>
                <a:off x="3087616" y="5450542"/>
                <a:ext cx="776172" cy="6306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B050"/>
                    </a:solidFill>
                  </a:rPr>
                  <a:t>Anna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21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3.5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DD99E78-297D-A8CF-B0AE-14FA66F5E738}"/>
                  </a:ext>
                </a:extLst>
              </p:cNvPr>
              <p:cNvSpPr/>
              <p:nvPr/>
            </p:nvSpPr>
            <p:spPr>
              <a:xfrm>
                <a:off x="3863788" y="5441578"/>
                <a:ext cx="457200" cy="63962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57" name="TextBox 22">
                <a:extLst>
                  <a:ext uri="{FF2B5EF4-FFF2-40B4-BE49-F238E27FC236}">
                    <a16:creationId xmlns:a16="http://schemas.microsoft.com/office/drawing/2014/main" id="{80F69131-75E8-F524-5CD5-DDB12988F323}"/>
                  </a:ext>
                </a:extLst>
              </p:cNvPr>
              <p:cNvSpPr txBox="1"/>
              <p:nvPr/>
            </p:nvSpPr>
            <p:spPr>
              <a:xfrm rot="16200000">
                <a:off x="3649772" y="5642428"/>
                <a:ext cx="6447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0x1020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A86EA28-30F3-3F9E-0833-6833B5DC4D46}"/>
                </a:ext>
              </a:extLst>
            </p:cNvPr>
            <p:cNvGrpSpPr/>
            <p:nvPr/>
          </p:nvGrpSpPr>
          <p:grpSpPr>
            <a:xfrm>
              <a:off x="4932157" y="1352430"/>
              <a:ext cx="1740410" cy="661714"/>
              <a:chOff x="4711481" y="5441577"/>
              <a:chExt cx="1740410" cy="661714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C37CE65-4F09-A499-C660-4E3F3E8B554B}"/>
                  </a:ext>
                </a:extLst>
              </p:cNvPr>
              <p:cNvSpPr/>
              <p:nvPr/>
            </p:nvSpPr>
            <p:spPr>
              <a:xfrm>
                <a:off x="4711481" y="5450541"/>
                <a:ext cx="892715" cy="63066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B050"/>
                    </a:solidFill>
                  </a:rPr>
                  <a:t>Peter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22</a:t>
                </a:r>
              </a:p>
              <a:p>
                <a:r>
                  <a:rPr lang="en-US" sz="1400" dirty="0">
                    <a:solidFill>
                      <a:srgbClr val="00B050"/>
                    </a:solidFill>
                  </a:rPr>
                  <a:t>3.8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5307990-AC86-8596-C088-4E65888CFCEA}"/>
                  </a:ext>
                </a:extLst>
              </p:cNvPr>
              <p:cNvSpPr/>
              <p:nvPr/>
            </p:nvSpPr>
            <p:spPr>
              <a:xfrm>
                <a:off x="5604197" y="5441577"/>
                <a:ext cx="457200" cy="63962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1" name="Right Arrow 21">
                <a:extLst>
                  <a:ext uri="{FF2B5EF4-FFF2-40B4-BE49-F238E27FC236}">
                    <a16:creationId xmlns:a16="http://schemas.microsoft.com/office/drawing/2014/main" id="{EC4F4FEA-DF64-A002-C3A9-3F71942F313A}"/>
                  </a:ext>
                </a:extLst>
              </p:cNvPr>
              <p:cNvSpPr/>
              <p:nvPr/>
            </p:nvSpPr>
            <p:spPr>
              <a:xfrm>
                <a:off x="5824362" y="5596215"/>
                <a:ext cx="627529" cy="291354"/>
              </a:xfrm>
              <a:prstGeom prst="rightArrow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/>
              </a:p>
            </p:txBody>
          </p:sp>
          <p:sp>
            <p:nvSpPr>
              <p:cNvPr id="62" name="TextBox 23">
                <a:extLst>
                  <a:ext uri="{FF2B5EF4-FFF2-40B4-BE49-F238E27FC236}">
                    <a16:creationId xmlns:a16="http://schemas.microsoft.com/office/drawing/2014/main" id="{A87388B4-8299-5A31-C1D2-A4EE8B48BFC6}"/>
                  </a:ext>
                </a:extLst>
              </p:cNvPr>
              <p:cNvSpPr txBox="1"/>
              <p:nvPr/>
            </p:nvSpPr>
            <p:spPr>
              <a:xfrm rot="16200000">
                <a:off x="5380458" y="5642427"/>
                <a:ext cx="6447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dirty="0"/>
                  <a:t>0x1030</a:t>
                </a:r>
              </a:p>
            </p:txBody>
          </p:sp>
        </p:grp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25533E7-42DA-AFAD-716B-758C8F89DB2D}"/>
                </a:ext>
              </a:extLst>
            </p:cNvPr>
            <p:cNvSpPr/>
            <p:nvPr/>
          </p:nvSpPr>
          <p:spPr>
            <a:xfrm>
              <a:off x="9622884" y="1361394"/>
              <a:ext cx="892715" cy="63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B050"/>
                  </a:solidFill>
                </a:rPr>
                <a:t>Last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45</a:t>
              </a:r>
            </a:p>
            <a:p>
              <a:r>
                <a:rPr lang="en-US" sz="1400" dirty="0">
                  <a:solidFill>
                    <a:srgbClr val="00B050"/>
                  </a:solidFill>
                </a:rPr>
                <a:t>4.5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CCAA9B6-DBFF-6BCE-CEAD-72A386BFC4A2}"/>
                </a:ext>
              </a:extLst>
            </p:cNvPr>
            <p:cNvSpPr/>
            <p:nvPr/>
          </p:nvSpPr>
          <p:spPr>
            <a:xfrm>
              <a:off x="10515600" y="1352430"/>
              <a:ext cx="457200" cy="63962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5" name="TextBox 27">
              <a:extLst>
                <a:ext uri="{FF2B5EF4-FFF2-40B4-BE49-F238E27FC236}">
                  <a16:creationId xmlns:a16="http://schemas.microsoft.com/office/drawing/2014/main" id="{711080D6-7FDB-056B-EBF5-82F0D9AF9734}"/>
                </a:ext>
              </a:extLst>
            </p:cNvPr>
            <p:cNvSpPr txBox="1"/>
            <p:nvPr/>
          </p:nvSpPr>
          <p:spPr>
            <a:xfrm>
              <a:off x="9563417" y="1152751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0x10??</a:t>
              </a:r>
            </a:p>
          </p:txBody>
        </p:sp>
        <p:sp>
          <p:nvSpPr>
            <p:cNvPr id="66" name="TextBox 28">
              <a:extLst>
                <a:ext uri="{FF2B5EF4-FFF2-40B4-BE49-F238E27FC236}">
                  <a16:creationId xmlns:a16="http://schemas.microsoft.com/office/drawing/2014/main" id="{5884725B-7D47-950B-4D07-B2DBC1EE8FDC}"/>
                </a:ext>
              </a:extLst>
            </p:cNvPr>
            <p:cNvSpPr txBox="1"/>
            <p:nvPr/>
          </p:nvSpPr>
          <p:spPr>
            <a:xfrm rot="16200000">
              <a:off x="10358819" y="1490524"/>
              <a:ext cx="5229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/>
                <a:t>None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9A23752-BEC4-62A5-94CF-1440C9C232F8}"/>
                </a:ext>
              </a:extLst>
            </p:cNvPr>
            <p:cNvCxnSpPr/>
            <p:nvPr/>
          </p:nvCxnSpPr>
          <p:spPr>
            <a:xfrm flipV="1">
              <a:off x="10620270" y="1370564"/>
              <a:ext cx="352530" cy="62149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ight Arrow 28">
              <a:extLst>
                <a:ext uri="{FF2B5EF4-FFF2-40B4-BE49-F238E27FC236}">
                  <a16:creationId xmlns:a16="http://schemas.microsoft.com/office/drawing/2014/main" id="{7FE6A041-B4B0-5B18-B971-149BB01332CB}"/>
                </a:ext>
              </a:extLst>
            </p:cNvPr>
            <p:cNvSpPr/>
            <p:nvPr/>
          </p:nvSpPr>
          <p:spPr>
            <a:xfrm>
              <a:off x="8978440" y="1515412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C110B6B-8506-6D06-9A8C-E28B0D8F4581}"/>
                </a:ext>
              </a:extLst>
            </p:cNvPr>
            <p:cNvSpPr txBox="1"/>
            <p:nvPr/>
          </p:nvSpPr>
          <p:spPr>
            <a:xfrm>
              <a:off x="8464491" y="1476423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…</a:t>
              </a:r>
            </a:p>
          </p:txBody>
        </p:sp>
        <p:sp>
          <p:nvSpPr>
            <p:cNvPr id="70" name="Right Arrow 30">
              <a:extLst>
                <a:ext uri="{FF2B5EF4-FFF2-40B4-BE49-F238E27FC236}">
                  <a16:creationId xmlns:a16="http://schemas.microsoft.com/office/drawing/2014/main" id="{207E7A4D-3152-62A5-8DFC-E4F104FF323D}"/>
                </a:ext>
              </a:extLst>
            </p:cNvPr>
            <p:cNvSpPr/>
            <p:nvPr/>
          </p:nvSpPr>
          <p:spPr>
            <a:xfrm>
              <a:off x="4304629" y="1507069"/>
              <a:ext cx="627529" cy="291354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7DDCC66-7244-5047-CBBD-CEEFC3E570A2}"/>
                </a:ext>
              </a:extLst>
            </p:cNvPr>
            <p:cNvSpPr/>
            <p:nvPr/>
          </p:nvSpPr>
          <p:spPr>
            <a:xfrm>
              <a:off x="838468" y="1369415"/>
              <a:ext cx="236483" cy="2668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A60EF5B-811D-25C6-1010-ECE6D1E287F3}"/>
                </a:ext>
              </a:extLst>
            </p:cNvPr>
            <p:cNvCxnSpPr>
              <a:stCxn id="71" idx="6"/>
            </p:cNvCxnSpPr>
            <p:nvPr/>
          </p:nvCxnSpPr>
          <p:spPr>
            <a:xfrm>
              <a:off x="1074951" y="1502848"/>
              <a:ext cx="581384" cy="125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0CDB3AA-2F24-9CAC-A5FF-D1F52C5DB9DC}"/>
                </a:ext>
              </a:extLst>
            </p:cNvPr>
            <p:cNvSpPr txBox="1"/>
            <p:nvPr/>
          </p:nvSpPr>
          <p:spPr>
            <a:xfrm>
              <a:off x="669047" y="1066800"/>
              <a:ext cx="654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head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543288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C36-131D-3629-1EF8-F6842F99A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2ADC0E6-5709-0AD2-09C2-E50D590F1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E6BF5-2581-04DC-280F-54A61D0BF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076" y="2133600"/>
            <a:ext cx="3448531" cy="1019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5C88C-9638-E4EB-F19E-8DA41E30C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076" y="3333832"/>
            <a:ext cx="2934109" cy="8573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41FC09C-5102-F314-D12B-CA60275ADEEE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77D27C1-5564-CAE1-6A6A-B261EF16B98B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860FFA-6B75-BAE3-28EF-36B36D9493AC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E12E3FF-6AB0-31AA-35E6-6304577F7ADA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A9B70A8-0C7E-AE00-279D-A10F3EF79D6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2285F9-F5A8-8A7A-1399-5ABD3192AA1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CB99B7-0345-84F9-4916-6D304A5C6EE1}"/>
              </a:ext>
            </a:extLst>
          </p:cNvPr>
          <p:cNvCxnSpPr>
            <a:stCxn id="4" idx="6"/>
            <a:endCxn id="9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EDA926-C005-D3CE-CF7B-B8A9D2FF9CBE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5F82B7-F503-5455-2A3D-FDD1D9B4956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EF363C1-253A-F976-E0FB-40F1171FD32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468F9F-C767-3F9A-8322-581C70D922B9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23AA9E-BFDF-FC21-6AB6-C89EAA539D9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5B46B4-622D-366B-CDC0-22358220E5A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CCC2DDC-F392-9961-0CDB-D7286DF458DB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3AD92B-0DF8-4963-4C45-6338BA5B757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2A22102-136B-5190-2773-83FA900C783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3FBCC4C-AE0A-B400-5E6D-3736E55522A7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28C97E-11B9-BE9F-3189-7593B300210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833075D-F912-44C6-FCB9-A880562EAB44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DD7F74-664B-B541-0379-5F7F6AD48B4F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CA13EB-7952-733D-9726-57ED606E75F6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8136F0-B5A4-F01C-B4B9-036405C6BA6E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F93EBB1-6BBF-6325-D0E4-6ED9E84B7F4F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815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90343-FE28-4A9A-644A-1038CE08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8387994-7FDF-47CA-890F-58A3E01E1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FF7160-8091-B2B5-645A-003734EB0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69011"/>
            <a:ext cx="5201376" cy="243874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735EF3B-5C31-A0C4-808A-926B8CEEC575}"/>
              </a:ext>
            </a:extLst>
          </p:cNvPr>
          <p:cNvGrpSpPr/>
          <p:nvPr/>
        </p:nvGrpSpPr>
        <p:grpSpPr>
          <a:xfrm>
            <a:off x="2082698" y="2060631"/>
            <a:ext cx="873637" cy="894147"/>
            <a:chOff x="1111551" y="1987375"/>
            <a:chExt cx="873637" cy="894147"/>
          </a:xfrm>
        </p:grpSpPr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83E22245-B041-84C0-9176-695E824EB99B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586D0C-762C-AC78-61DF-B710498A5A58}"/>
                </a:ext>
              </a:extLst>
            </p:cNvPr>
            <p:cNvSpPr txBox="1"/>
            <p:nvPr/>
          </p:nvSpPr>
          <p:spPr>
            <a:xfrm>
              <a:off x="1111551" y="1987375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cur</a:t>
              </a:r>
              <a:endParaRPr lang="en-SG" dirty="0"/>
            </a:p>
          </p:txBody>
        </p: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93F8CFFC-799E-740E-B2A2-5842D35C64B3}"/>
              </a:ext>
            </a:extLst>
          </p:cNvPr>
          <p:cNvSpPr/>
          <p:nvPr/>
        </p:nvSpPr>
        <p:spPr>
          <a:xfrm>
            <a:off x="6773090" y="2170611"/>
            <a:ext cx="4661263" cy="92963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3FB38EEF-32EF-9890-7785-6A7B2156503B}"/>
              </a:ext>
            </a:extLst>
          </p:cNvPr>
          <p:cNvSpPr/>
          <p:nvPr/>
        </p:nvSpPr>
        <p:spPr>
          <a:xfrm>
            <a:off x="6743699" y="3503023"/>
            <a:ext cx="2217421" cy="6879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2A918A7-D952-746E-4F4C-EA695D82C6EF}"/>
              </a:ext>
            </a:extLst>
          </p:cNvPr>
          <p:cNvSpPr/>
          <p:nvPr/>
        </p:nvSpPr>
        <p:spPr>
          <a:xfrm>
            <a:off x="2736600" y="1371600"/>
            <a:ext cx="1458119" cy="22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index = 2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6388718-131E-117C-0711-9C2D1E29F74B}"/>
              </a:ext>
            </a:extLst>
          </p:cNvPr>
          <p:cNvSpPr/>
          <p:nvPr/>
        </p:nvSpPr>
        <p:spPr>
          <a:xfrm>
            <a:off x="2732882" y="1373777"/>
            <a:ext cx="1458119" cy="22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index = 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62102F8-D8B4-15DA-6F3F-101CDB4947BD}"/>
              </a:ext>
            </a:extLst>
          </p:cNvPr>
          <p:cNvSpPr/>
          <p:nvPr/>
        </p:nvSpPr>
        <p:spPr>
          <a:xfrm>
            <a:off x="2729164" y="1375954"/>
            <a:ext cx="1458119" cy="22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index = 0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570851A-2515-C2AD-BD96-3E0405279B93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7904F9C-54D9-7E43-96CA-D23AC221B2B4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06D93937-385F-952E-6734-64057DA32706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2F96862-D8B1-ED36-B483-90F7CB960BA7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BBCB8D2-A724-113D-DC0A-CBAA3B57F1D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5972411-485B-0477-75CE-AEB373A1B25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4B8B633-675B-3A02-9640-A901F9D66D46}"/>
              </a:ext>
            </a:extLst>
          </p:cNvPr>
          <p:cNvCxnSpPr>
            <a:stCxn id="87" idx="6"/>
            <a:endCxn id="90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2C2CA28-2171-C594-257A-8372F9CFCF8C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84E7746-DE2E-544E-CE97-BCF6CAD33CD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1B0DD0B-6B04-B0DE-A6E3-A584BEE22D2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480FF20-100C-A991-FB5C-B54CF8CDEB31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AE0A7BA-9E7E-989A-50DE-20DC7A2A2F2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09AF600-4AE1-3FA5-C3FD-69598397AE1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E8E42A0-487A-D3F3-77FE-BCD00F2E7E49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7EC0EBF-95C1-AC4F-40F6-B2E162EED1D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C2483FE-2B88-62C2-B854-24E636D0C65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4C9037F-0DF8-B347-81BA-60A22837EFB1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639E407-9E94-18B9-9749-0A7A4195887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04A3711-8677-0FAD-2541-55CF41463A3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062A8D3-905C-0D2B-EE8F-9514145C04A1}"/>
              </a:ext>
            </a:extLst>
          </p:cNvPr>
          <p:cNvCxnSpPr>
            <a:cxnSpLocks/>
            <a:stCxn id="91" idx="3"/>
            <a:endCxn id="94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33C29394-ADE5-863D-F1AD-9456494690E5}"/>
              </a:ext>
            </a:extLst>
          </p:cNvPr>
          <p:cNvCxnSpPr>
            <a:cxnSpLocks/>
            <a:stCxn id="95" idx="3"/>
            <a:endCxn id="97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B0FE46C-AB70-93F3-E4B9-E28A235679A3}"/>
              </a:ext>
            </a:extLst>
          </p:cNvPr>
          <p:cNvCxnSpPr>
            <a:cxnSpLocks/>
            <a:stCxn id="98" idx="3"/>
            <a:endCxn id="100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180F132-34B4-608D-7776-0052175677FF}"/>
              </a:ext>
            </a:extLst>
          </p:cNvPr>
          <p:cNvCxnSpPr>
            <a:cxnSpLocks/>
            <a:stCxn id="101" idx="3"/>
            <a:endCxn id="103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429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7.40741E-7 L 0.06849 7.40741E-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2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49 7.40741E-7 L 0.13099 7.40741E-7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4" grpId="1" animBg="1"/>
      <p:bldP spid="75" grpId="0" animBg="1"/>
      <p:bldP spid="75" grpId="1" animBg="1"/>
      <p:bldP spid="78" grpId="0"/>
      <p:bldP spid="78" grpId="1"/>
      <p:bldP spid="81" grpId="0"/>
      <p:bldP spid="81" grpId="1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D955-EC82-A6F4-534F-BC35E4CF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A110E28-4D15-8455-9CC7-489EB982E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5661C-B9A9-C564-27FD-9B8C92F95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066800"/>
            <a:ext cx="5611008" cy="446784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AE6E7EE-DDAD-E518-E29F-5001F79F73D7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1FC01C5-D879-A502-6494-F6A66BA330B1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A1909D-A66F-8434-1083-E0FB34E86B67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B918C81-462B-63C5-0388-6AACB2422406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BF63EF-FD87-6A6F-D970-CAE0F0DB0CA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90789C-541E-9127-D117-2CF644D4FF6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882379-71CB-4D77-6E37-36633CD01A41}"/>
              </a:ext>
            </a:extLst>
          </p:cNvPr>
          <p:cNvCxnSpPr>
            <a:stCxn id="3" idx="6"/>
            <a:endCxn id="7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0C6FCB-3036-6A71-F983-2BCD9C6BBCE8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2924363-7118-3923-7EA8-B6A9485EECA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39E743-53B4-981B-A3EC-434D1A11B15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9E4820-DE06-5274-7B4F-9EE46252FC47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BFF3EDE-B431-9B47-52AB-393F3EAAD60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657758-C68C-CF26-23C3-12F1DA92973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2E4EC4-B00B-7205-468D-C3FA5FD567EC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2E434E6-CF3E-AA91-727D-1EA3F45F4D3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7524B6-19E0-14AD-9196-0C174258812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2A23CEC-C3CB-E5E4-F70A-A1B5BF0B90BC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6C5BB91-8B9A-15C0-B03E-7C07D5E9FDC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FC422A-E42F-82EC-B945-036C31BF2EC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2C6D70-C074-D62D-B84A-43726A15BD41}"/>
              </a:ext>
            </a:extLst>
          </p:cNvPr>
          <p:cNvGrpSpPr/>
          <p:nvPr/>
        </p:nvGrpSpPr>
        <p:grpSpPr>
          <a:xfrm>
            <a:off x="2118713" y="2179934"/>
            <a:ext cx="873637" cy="894147"/>
            <a:chOff x="1111551" y="1987375"/>
            <a:chExt cx="873637" cy="894147"/>
          </a:xfrm>
        </p:grpSpPr>
        <p:sp>
          <p:nvSpPr>
            <p:cNvPr id="31" name="Right Arrow 5">
              <a:extLst>
                <a:ext uri="{FF2B5EF4-FFF2-40B4-BE49-F238E27FC236}">
                  <a16:creationId xmlns:a16="http://schemas.microsoft.com/office/drawing/2014/main" id="{D1BAD5DB-8B7B-F844-71FA-9B8C7584E3C1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46266AB-60BE-5031-F176-47508C2F8D5D}"/>
                </a:ext>
              </a:extLst>
            </p:cNvPr>
            <p:cNvSpPr txBox="1"/>
            <p:nvPr/>
          </p:nvSpPr>
          <p:spPr>
            <a:xfrm>
              <a:off x="1111551" y="1987375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cur</a:t>
              </a:r>
              <a:endParaRPr lang="en-SG" dirty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C5B34D-45C2-CD1B-EBB7-28AA91EF07FC}"/>
              </a:ext>
            </a:extLst>
          </p:cNvPr>
          <p:cNvSpPr/>
          <p:nvPr/>
        </p:nvSpPr>
        <p:spPr>
          <a:xfrm>
            <a:off x="6868884" y="1256212"/>
            <a:ext cx="4704807" cy="113864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0D36441-C6F2-7C2E-7C7A-DEB86923E34C}"/>
              </a:ext>
            </a:extLst>
          </p:cNvPr>
          <p:cNvSpPr/>
          <p:nvPr/>
        </p:nvSpPr>
        <p:spPr>
          <a:xfrm>
            <a:off x="6861266" y="2521516"/>
            <a:ext cx="2935878" cy="116221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B232E32-2FFD-3A8C-C821-F648692C298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05ECBF2-DBBD-8235-DAA1-7E039E6900B4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F562933-1659-C40B-0F26-CAC7803CF99B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E6DD73-5532-29F1-8FB8-070539D55E3F}"/>
              </a:ext>
            </a:extLst>
          </p:cNvPr>
          <p:cNvCxnSpPr>
            <a:cxnSpLocks/>
            <a:stCxn id="25" idx="3"/>
            <a:endCxn id="28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F595A74-4606-CE32-BD9F-CCFC8C6DB976}"/>
              </a:ext>
            </a:extLst>
          </p:cNvPr>
          <p:cNvCxnSpPr>
            <a:cxnSpLocks/>
            <a:stCxn id="3" idx="6"/>
            <a:endCxn id="15" idx="1"/>
          </p:cNvCxnSpPr>
          <p:nvPr/>
        </p:nvCxnSpPr>
        <p:spPr>
          <a:xfrm flipV="1">
            <a:off x="1828800" y="3479151"/>
            <a:ext cx="1208881" cy="3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132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AC745-8A00-1BF9-5456-65D54F49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5AFFDEC-12F8-FEE7-419D-3ECD049CA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D6D4D8-C8F8-A22C-3FC9-4B65C453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066800"/>
            <a:ext cx="5611008" cy="446784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EA3702B2-2D30-0B6C-0FC9-2DBF96F9F4B6}"/>
              </a:ext>
            </a:extLst>
          </p:cNvPr>
          <p:cNvGrpSpPr/>
          <p:nvPr/>
        </p:nvGrpSpPr>
        <p:grpSpPr>
          <a:xfrm>
            <a:off x="3600941" y="2060632"/>
            <a:ext cx="873637" cy="894147"/>
            <a:chOff x="1111551" y="1987375"/>
            <a:chExt cx="873637" cy="894147"/>
          </a:xfrm>
        </p:grpSpPr>
        <p:sp>
          <p:nvSpPr>
            <p:cNvPr id="31" name="Right Arrow 5">
              <a:extLst>
                <a:ext uri="{FF2B5EF4-FFF2-40B4-BE49-F238E27FC236}">
                  <a16:creationId xmlns:a16="http://schemas.microsoft.com/office/drawing/2014/main" id="{05A348B7-7F62-E664-51E8-BFF496F6CD2D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FFC463-DF0D-75B5-0A47-3EF2C04321C9}"/>
                </a:ext>
              </a:extLst>
            </p:cNvPr>
            <p:cNvSpPr txBox="1"/>
            <p:nvPr/>
          </p:nvSpPr>
          <p:spPr>
            <a:xfrm>
              <a:off x="1111551" y="1987375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cur</a:t>
              </a:r>
              <a:endParaRPr lang="en-SG" dirty="0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47F037-BDDB-AB69-B2C7-6B4AC51D45FF}"/>
              </a:ext>
            </a:extLst>
          </p:cNvPr>
          <p:cNvSpPr/>
          <p:nvPr/>
        </p:nvSpPr>
        <p:spPr>
          <a:xfrm>
            <a:off x="6857999" y="4127863"/>
            <a:ext cx="5203371" cy="110598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DC83B1-11E9-7DA6-E525-8103A9886213}"/>
              </a:ext>
            </a:extLst>
          </p:cNvPr>
          <p:cNvGrpSpPr/>
          <p:nvPr/>
        </p:nvGrpSpPr>
        <p:grpSpPr>
          <a:xfrm>
            <a:off x="2827020" y="2060632"/>
            <a:ext cx="873637" cy="894147"/>
            <a:chOff x="1111551" y="1987375"/>
            <a:chExt cx="873637" cy="894147"/>
          </a:xfrm>
        </p:grpSpPr>
        <p:sp>
          <p:nvSpPr>
            <p:cNvPr id="12" name="Right Arrow 5">
              <a:extLst>
                <a:ext uri="{FF2B5EF4-FFF2-40B4-BE49-F238E27FC236}">
                  <a16:creationId xmlns:a16="http://schemas.microsoft.com/office/drawing/2014/main" id="{AE8D60C5-9506-C693-DF72-64E99EE1440D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7E297F-233C-5262-3BC0-3C18C49E5781}"/>
                </a:ext>
              </a:extLst>
            </p:cNvPr>
            <p:cNvSpPr txBox="1"/>
            <p:nvPr/>
          </p:nvSpPr>
          <p:spPr>
            <a:xfrm>
              <a:off x="1111551" y="1987375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</a:t>
              </a:r>
              <a:endParaRPr lang="en-SG" dirty="0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911C4EA9-29CF-A154-8CE2-F97EF0A16944}"/>
              </a:ext>
            </a:extLst>
          </p:cNvPr>
          <p:cNvSpPr/>
          <p:nvPr/>
        </p:nvSpPr>
        <p:spPr>
          <a:xfrm>
            <a:off x="2729164" y="1375954"/>
            <a:ext cx="1458119" cy="2286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index = 2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BE2EDBC-C576-79C9-A938-6CB7D9583F5E}"/>
              </a:ext>
            </a:extLst>
          </p:cNvPr>
          <p:cNvSpPr/>
          <p:nvPr/>
        </p:nvSpPr>
        <p:spPr>
          <a:xfrm>
            <a:off x="6884637" y="3886200"/>
            <a:ext cx="3513397" cy="26778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602798-DDDA-1AF7-BF8D-681BA34BCDCF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EA774C7-6CC4-90CF-151B-81C847C4AC9A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60AD9D-4D7E-E8D8-76B9-2D8DD6AD4142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E910E69-722F-7CD0-60F6-8F0E99F116E6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A4519DE-CCCA-0491-8CF5-3CE50A5DD86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CC02E2A-6428-0993-2E6B-796F64E50AF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91A720A-454C-F3FD-4F30-37B019503D62}"/>
              </a:ext>
            </a:extLst>
          </p:cNvPr>
          <p:cNvCxnSpPr>
            <a:stCxn id="37" idx="6"/>
            <a:endCxn id="40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61542BF-7B02-72E8-EDC3-8960DB4B6FAC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B98D018-BCC0-6331-A4D4-409082AA17C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778D741-384D-208F-FF3D-ACEFEBCC9DA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0FFFEA9-96AF-1E9B-DCC7-EC1558A14160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757CBD7-CE82-14DA-B9B2-33E38A1858D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40B922C-55BC-E425-367A-2FB214B79AD4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02A677F-1F23-A41C-45DC-E3A0E3384728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28C20FC-5F65-2BB1-5814-B14AA72EADA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055C9C8-B1AA-D047-DFD3-FF8C6A76684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3CDB46D-9B26-C942-1E3D-366AF6A61F9C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9CCB2E1-1D01-AD3D-8556-637598B0B49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7D3F34E-DE2F-13EA-B3CD-3824AC20DFC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4081F92-3657-D4E3-3EEE-44078521AE95}"/>
              </a:ext>
            </a:extLst>
          </p:cNvPr>
          <p:cNvCxnSpPr>
            <a:cxnSpLocks/>
            <a:stCxn id="41" idx="3"/>
            <a:endCxn id="44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F39D52A-46F6-A6CF-1671-C847A73312E2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6130E86-1935-01B4-BB48-14222C822BD1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70D65E-FE6E-1384-5AC5-F0BBA54BB3C2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D2B3D41-CB7F-7AC5-D10D-BC3450303631}"/>
              </a:ext>
            </a:extLst>
          </p:cNvPr>
          <p:cNvCxnSpPr>
            <a:cxnSpLocks/>
            <a:stCxn id="45" idx="3"/>
            <a:endCxn id="50" idx="1"/>
          </p:cNvCxnSpPr>
          <p:nvPr/>
        </p:nvCxnSpPr>
        <p:spPr>
          <a:xfrm flipV="1">
            <a:off x="3508512" y="3474007"/>
            <a:ext cx="991889" cy="25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67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34" grpId="0"/>
      <p:bldP spid="35" grpId="0" animBg="1"/>
      <p:bldP spid="3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5166C-BB18-6CA8-E2F2-B514237F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8BB227B-064C-E52A-47E4-0487EF241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EFEC86-653D-3487-9C20-910563451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71" y="1231330"/>
            <a:ext cx="5115639" cy="4191585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03C32C8A-F707-B742-EF16-179F6CF33053}"/>
              </a:ext>
            </a:extLst>
          </p:cNvPr>
          <p:cNvGrpSpPr/>
          <p:nvPr/>
        </p:nvGrpSpPr>
        <p:grpSpPr>
          <a:xfrm>
            <a:off x="850841" y="3074081"/>
            <a:ext cx="762000" cy="557842"/>
            <a:chOff x="2438399" y="2185358"/>
            <a:chExt cx="762000" cy="55784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7A78BDB-65F7-AEF2-4D16-617BBC1C93E8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AC11B3-71AE-EB1D-6725-380B8BE2A769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6FC342C-9486-E58C-A6E3-71967C0F7E5F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C6E441E-4B72-8A87-ADB9-2F1EAF28033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06CDDAE-F935-BC8E-3670-56E10E6252CC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FB4917D-27D9-84FE-E1AE-C0E67F4C75AC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 flipV="1">
            <a:off x="1384241" y="3476579"/>
            <a:ext cx="926229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3C452EA-9AAA-05F5-5F35-06311EC9D0CC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31E6768-F2F9-9510-A5A0-506A493CA97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581A92B-E395-CDF4-DFEB-0516460CEFD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792B1BB-7AA8-C8D3-862B-2CE054068C74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10240" name="Rectangle 10239">
              <a:extLst>
                <a:ext uri="{FF2B5EF4-FFF2-40B4-BE49-F238E27FC236}">
                  <a16:creationId xmlns:a16="http://schemas.microsoft.com/office/drawing/2014/main" id="{8E772FE6-6150-BC05-D672-0C9F9DEFC00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241" name="Rectangle 10240">
              <a:extLst>
                <a:ext uri="{FF2B5EF4-FFF2-40B4-BE49-F238E27FC236}">
                  <a16:creationId xmlns:a16="http://schemas.microsoft.com/office/drawing/2014/main" id="{4D153D25-1EE1-3DDF-6FA5-B0192EDDFCE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243" name="Group 10242">
            <a:extLst>
              <a:ext uri="{FF2B5EF4-FFF2-40B4-BE49-F238E27FC236}">
                <a16:creationId xmlns:a16="http://schemas.microsoft.com/office/drawing/2014/main" id="{070FF4F2-D373-332E-8CF5-0D871CA7D581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10244" name="Rectangle 10243">
              <a:extLst>
                <a:ext uri="{FF2B5EF4-FFF2-40B4-BE49-F238E27FC236}">
                  <a16:creationId xmlns:a16="http://schemas.microsoft.com/office/drawing/2014/main" id="{703F2DA3-BFFE-A66E-82C3-56C340A6746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245" name="Rectangle 10244">
              <a:extLst>
                <a:ext uri="{FF2B5EF4-FFF2-40B4-BE49-F238E27FC236}">
                  <a16:creationId xmlns:a16="http://schemas.microsoft.com/office/drawing/2014/main" id="{AF3B8F6B-52F9-19F9-7CF1-2F681073E89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246" name="Group 10245">
            <a:extLst>
              <a:ext uri="{FF2B5EF4-FFF2-40B4-BE49-F238E27FC236}">
                <a16:creationId xmlns:a16="http://schemas.microsoft.com/office/drawing/2014/main" id="{8BA47397-A847-E416-A616-676E5384D4E4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10247" name="Rectangle 10246">
              <a:extLst>
                <a:ext uri="{FF2B5EF4-FFF2-40B4-BE49-F238E27FC236}">
                  <a16:creationId xmlns:a16="http://schemas.microsoft.com/office/drawing/2014/main" id="{D982954A-8B62-BA1F-D8E5-9286EAC52F5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248" name="Rectangle 10247">
              <a:extLst>
                <a:ext uri="{FF2B5EF4-FFF2-40B4-BE49-F238E27FC236}">
                  <a16:creationId xmlns:a16="http://schemas.microsoft.com/office/drawing/2014/main" id="{05A08DEC-A2BD-299B-1BC0-2D6F22B0DA8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249" name="Straight Arrow Connector 10248">
            <a:extLst>
              <a:ext uri="{FF2B5EF4-FFF2-40B4-BE49-F238E27FC236}">
                <a16:creationId xmlns:a16="http://schemas.microsoft.com/office/drawing/2014/main" id="{475DBD6E-F933-DDE7-33D7-1C235B883230}"/>
              </a:ext>
            </a:extLst>
          </p:cNvPr>
          <p:cNvCxnSpPr>
            <a:cxnSpLocks/>
            <a:stCxn id="58" idx="3"/>
            <a:endCxn id="61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0" name="Straight Arrow Connector 10249">
            <a:extLst>
              <a:ext uri="{FF2B5EF4-FFF2-40B4-BE49-F238E27FC236}">
                <a16:creationId xmlns:a16="http://schemas.microsoft.com/office/drawing/2014/main" id="{D6D2A1B1-3546-9E31-A73E-FCBB94691D0D}"/>
              </a:ext>
            </a:extLst>
          </p:cNvPr>
          <p:cNvCxnSpPr>
            <a:cxnSpLocks/>
            <a:stCxn id="62" idx="3"/>
            <a:endCxn id="10240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1" name="Straight Arrow Connector 10250">
            <a:extLst>
              <a:ext uri="{FF2B5EF4-FFF2-40B4-BE49-F238E27FC236}">
                <a16:creationId xmlns:a16="http://schemas.microsoft.com/office/drawing/2014/main" id="{7FA196EC-5BB5-AD2A-B375-B3307D852010}"/>
              </a:ext>
            </a:extLst>
          </p:cNvPr>
          <p:cNvCxnSpPr>
            <a:cxnSpLocks/>
            <a:stCxn id="10241" idx="3"/>
            <a:endCxn id="10244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2" name="Straight Arrow Connector 10251">
            <a:extLst>
              <a:ext uri="{FF2B5EF4-FFF2-40B4-BE49-F238E27FC236}">
                <a16:creationId xmlns:a16="http://schemas.microsoft.com/office/drawing/2014/main" id="{BFA98E7F-80A5-5C62-CCEC-3DEDB26FDAB7}"/>
              </a:ext>
            </a:extLst>
          </p:cNvPr>
          <p:cNvCxnSpPr>
            <a:cxnSpLocks/>
            <a:stCxn id="10245" idx="3"/>
            <a:endCxn id="10247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53" name="Rectangle: Rounded Corners 10252">
            <a:extLst>
              <a:ext uri="{FF2B5EF4-FFF2-40B4-BE49-F238E27FC236}">
                <a16:creationId xmlns:a16="http://schemas.microsoft.com/office/drawing/2014/main" id="{8EEA5AA0-F6A7-E2E8-2E09-A1A275CECF9A}"/>
              </a:ext>
            </a:extLst>
          </p:cNvPr>
          <p:cNvSpPr/>
          <p:nvPr/>
        </p:nvSpPr>
        <p:spPr>
          <a:xfrm>
            <a:off x="6966856" y="1435085"/>
            <a:ext cx="4706753" cy="46991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0254" name="Group 10253">
            <a:extLst>
              <a:ext uri="{FF2B5EF4-FFF2-40B4-BE49-F238E27FC236}">
                <a16:creationId xmlns:a16="http://schemas.microsoft.com/office/drawing/2014/main" id="{AA041406-C9C4-8AF7-4F05-197110C2A2D1}"/>
              </a:ext>
            </a:extLst>
          </p:cNvPr>
          <p:cNvGrpSpPr/>
          <p:nvPr/>
        </p:nvGrpSpPr>
        <p:grpSpPr>
          <a:xfrm>
            <a:off x="1612841" y="2632186"/>
            <a:ext cx="470831" cy="367167"/>
            <a:chOff x="2358889" y="2253878"/>
            <a:chExt cx="470831" cy="396468"/>
          </a:xfrm>
        </p:grpSpPr>
        <p:sp>
          <p:nvSpPr>
            <p:cNvPr id="10255" name="Rectangle 10254">
              <a:extLst>
                <a:ext uri="{FF2B5EF4-FFF2-40B4-BE49-F238E27FC236}">
                  <a16:creationId xmlns:a16="http://schemas.microsoft.com/office/drawing/2014/main" id="{4124089F-AAC2-487D-74F4-13E6C8ECFFA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0256" name="Rectangle 10255">
              <a:extLst>
                <a:ext uri="{FF2B5EF4-FFF2-40B4-BE49-F238E27FC236}">
                  <a16:creationId xmlns:a16="http://schemas.microsoft.com/office/drawing/2014/main" id="{CA6E5EA7-AC9C-5991-B23F-CE3B26BD746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0257" name="Rectangle: Rounded Corners 10256">
            <a:extLst>
              <a:ext uri="{FF2B5EF4-FFF2-40B4-BE49-F238E27FC236}">
                <a16:creationId xmlns:a16="http://schemas.microsoft.com/office/drawing/2014/main" id="{8BFE257E-842B-1D60-DAA0-4C1D6503DCCB}"/>
              </a:ext>
            </a:extLst>
          </p:cNvPr>
          <p:cNvSpPr/>
          <p:nvPr/>
        </p:nvSpPr>
        <p:spPr>
          <a:xfrm>
            <a:off x="6986451" y="2528846"/>
            <a:ext cx="3452950" cy="11313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258" name="Straight Arrow Connector 10257">
            <a:extLst>
              <a:ext uri="{FF2B5EF4-FFF2-40B4-BE49-F238E27FC236}">
                <a16:creationId xmlns:a16="http://schemas.microsoft.com/office/drawing/2014/main" id="{8C91AAC3-8702-4F6A-E7D6-BB62F9FA4BB3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078026" y="2818670"/>
            <a:ext cx="232444" cy="657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62" name="Straight Arrow Connector 10261">
            <a:extLst>
              <a:ext uri="{FF2B5EF4-FFF2-40B4-BE49-F238E27FC236}">
                <a16:creationId xmlns:a16="http://schemas.microsoft.com/office/drawing/2014/main" id="{5D19E1E4-6C83-FD3B-183E-887EB0D4448F}"/>
              </a:ext>
            </a:extLst>
          </p:cNvPr>
          <p:cNvCxnSpPr>
            <a:cxnSpLocks/>
            <a:stCxn id="54" idx="6"/>
            <a:endCxn id="10255" idx="1"/>
          </p:cNvCxnSpPr>
          <p:nvPr/>
        </p:nvCxnSpPr>
        <p:spPr>
          <a:xfrm flipV="1">
            <a:off x="1384241" y="2818342"/>
            <a:ext cx="228600" cy="6611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570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nimBg="1"/>
      <p:bldP spid="10253" grpId="1" animBg="1"/>
      <p:bldP spid="10257" grpId="0" animBg="1"/>
      <p:bldP spid="1025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5210-EA8C-6D58-F50F-8BC2EA22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E4BD5-8BE2-1CA1-B751-6C22450BA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242913-F2CC-00A7-C4AD-6839EC8C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71" y="1231330"/>
            <a:ext cx="5115639" cy="4191585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14EEC6A7-E5D8-D9AB-0B6E-4F648C4BA54C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651E7F4-7B8F-89B9-A3A7-9A07140DB98E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4BFF9B9-2990-F65B-EC0E-69523720C870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9E70FD3-CDC0-C287-1705-532366838A23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A15736B-883F-8E12-715B-4084ADC6FB5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B67D287-3C14-54EE-F34F-A3BF602F35D1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95F8F0-68A1-5EA4-3DED-E2AFCE2DA258}"/>
              </a:ext>
            </a:extLst>
          </p:cNvPr>
          <p:cNvCxnSpPr>
            <a:stCxn id="54" idx="6"/>
            <a:endCxn id="57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33D0EAD-77F5-30C9-2076-C9A88F258436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C6CDB39-EEA3-D884-6701-CBF6C17C2B7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47ABC67-160A-AEC7-03E7-9FA19C156074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A1C8EE6-3CA6-8716-8842-A58E33DC3344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10240" name="Rectangle 10239">
              <a:extLst>
                <a:ext uri="{FF2B5EF4-FFF2-40B4-BE49-F238E27FC236}">
                  <a16:creationId xmlns:a16="http://schemas.microsoft.com/office/drawing/2014/main" id="{E21676DC-82C0-4E7E-6DF8-E97DD9C0275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241" name="Rectangle 10240">
              <a:extLst>
                <a:ext uri="{FF2B5EF4-FFF2-40B4-BE49-F238E27FC236}">
                  <a16:creationId xmlns:a16="http://schemas.microsoft.com/office/drawing/2014/main" id="{576F193C-2740-91B6-9D3B-7DC7C7B8D0AD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243" name="Group 10242">
            <a:extLst>
              <a:ext uri="{FF2B5EF4-FFF2-40B4-BE49-F238E27FC236}">
                <a16:creationId xmlns:a16="http://schemas.microsoft.com/office/drawing/2014/main" id="{63FE19F6-68FC-8193-91B8-A223E9F4122D}"/>
              </a:ext>
            </a:extLst>
          </p:cNvPr>
          <p:cNvGrpSpPr/>
          <p:nvPr/>
        </p:nvGrpSpPr>
        <p:grpSpPr>
          <a:xfrm>
            <a:off x="5171290" y="3275642"/>
            <a:ext cx="470831" cy="367167"/>
            <a:chOff x="2358889" y="2253878"/>
            <a:chExt cx="470831" cy="396468"/>
          </a:xfrm>
        </p:grpSpPr>
        <p:sp>
          <p:nvSpPr>
            <p:cNvPr id="10244" name="Rectangle 10243">
              <a:extLst>
                <a:ext uri="{FF2B5EF4-FFF2-40B4-BE49-F238E27FC236}">
                  <a16:creationId xmlns:a16="http://schemas.microsoft.com/office/drawing/2014/main" id="{72E2E861-9409-99E5-996A-AFD99CCFE97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245" name="Rectangle 10244">
              <a:extLst>
                <a:ext uri="{FF2B5EF4-FFF2-40B4-BE49-F238E27FC236}">
                  <a16:creationId xmlns:a16="http://schemas.microsoft.com/office/drawing/2014/main" id="{DF4363CD-7EB1-124D-23A4-17F238F4615F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0246" name="Group 10245">
            <a:extLst>
              <a:ext uri="{FF2B5EF4-FFF2-40B4-BE49-F238E27FC236}">
                <a16:creationId xmlns:a16="http://schemas.microsoft.com/office/drawing/2014/main" id="{CC36E099-D02D-DA46-8646-9127A466E769}"/>
              </a:ext>
            </a:extLst>
          </p:cNvPr>
          <p:cNvGrpSpPr/>
          <p:nvPr/>
        </p:nvGrpSpPr>
        <p:grpSpPr>
          <a:xfrm>
            <a:off x="5902650" y="3273070"/>
            <a:ext cx="470831" cy="367167"/>
            <a:chOff x="2358889" y="2253878"/>
            <a:chExt cx="470831" cy="396468"/>
          </a:xfrm>
        </p:grpSpPr>
        <p:sp>
          <p:nvSpPr>
            <p:cNvPr id="10247" name="Rectangle 10246">
              <a:extLst>
                <a:ext uri="{FF2B5EF4-FFF2-40B4-BE49-F238E27FC236}">
                  <a16:creationId xmlns:a16="http://schemas.microsoft.com/office/drawing/2014/main" id="{86585EF6-1E31-50EA-31DB-61F50ACBF12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248" name="Rectangle 10247">
              <a:extLst>
                <a:ext uri="{FF2B5EF4-FFF2-40B4-BE49-F238E27FC236}">
                  <a16:creationId xmlns:a16="http://schemas.microsoft.com/office/drawing/2014/main" id="{82106312-8C8C-E241-2B16-7E163A7E0FB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249" name="Straight Arrow Connector 10248">
            <a:extLst>
              <a:ext uri="{FF2B5EF4-FFF2-40B4-BE49-F238E27FC236}">
                <a16:creationId xmlns:a16="http://schemas.microsoft.com/office/drawing/2014/main" id="{DF9AB558-32F6-B082-828B-7058C81687FA}"/>
              </a:ext>
            </a:extLst>
          </p:cNvPr>
          <p:cNvCxnSpPr>
            <a:cxnSpLocks/>
            <a:stCxn id="58" idx="3"/>
            <a:endCxn id="61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0" name="Straight Arrow Connector 10249">
            <a:extLst>
              <a:ext uri="{FF2B5EF4-FFF2-40B4-BE49-F238E27FC236}">
                <a16:creationId xmlns:a16="http://schemas.microsoft.com/office/drawing/2014/main" id="{7C2D4D07-3950-83DF-B8B3-58A1B20F4B79}"/>
              </a:ext>
            </a:extLst>
          </p:cNvPr>
          <p:cNvCxnSpPr>
            <a:cxnSpLocks/>
            <a:stCxn id="62" idx="3"/>
            <a:endCxn id="10240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1" name="Straight Arrow Connector 10250">
            <a:extLst>
              <a:ext uri="{FF2B5EF4-FFF2-40B4-BE49-F238E27FC236}">
                <a16:creationId xmlns:a16="http://schemas.microsoft.com/office/drawing/2014/main" id="{59EFF454-84C6-C29A-0F98-F26B787AC502}"/>
              </a:ext>
            </a:extLst>
          </p:cNvPr>
          <p:cNvCxnSpPr>
            <a:cxnSpLocks/>
            <a:stCxn id="10241" idx="3"/>
            <a:endCxn id="10244" idx="1"/>
          </p:cNvCxnSpPr>
          <p:nvPr/>
        </p:nvCxnSpPr>
        <p:spPr>
          <a:xfrm flipV="1">
            <a:off x="4239872" y="3461798"/>
            <a:ext cx="931418" cy="12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2" name="Straight Arrow Connector 10251">
            <a:extLst>
              <a:ext uri="{FF2B5EF4-FFF2-40B4-BE49-F238E27FC236}">
                <a16:creationId xmlns:a16="http://schemas.microsoft.com/office/drawing/2014/main" id="{DDDEF409-5FDF-B94B-514E-FBB6D1595343}"/>
              </a:ext>
            </a:extLst>
          </p:cNvPr>
          <p:cNvCxnSpPr>
            <a:cxnSpLocks/>
            <a:stCxn id="10245" idx="3"/>
            <a:endCxn id="10247" idx="1"/>
          </p:cNvCxnSpPr>
          <p:nvPr/>
        </p:nvCxnSpPr>
        <p:spPr>
          <a:xfrm>
            <a:off x="5642121" y="3459226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D10B968-751C-AF42-C212-54222084805D}"/>
              </a:ext>
            </a:extLst>
          </p:cNvPr>
          <p:cNvGrpSpPr/>
          <p:nvPr/>
        </p:nvGrpSpPr>
        <p:grpSpPr>
          <a:xfrm>
            <a:off x="4470165" y="2706914"/>
            <a:ext cx="470831" cy="367167"/>
            <a:chOff x="2358889" y="2253878"/>
            <a:chExt cx="470831" cy="3964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C27532-3189-237E-240D-AE355C3F56A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0D251E-88C3-E67E-775A-A9C4A32D68F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CABC6B-35F4-F491-A5BD-5EB61ABF5B8B}"/>
              </a:ext>
            </a:extLst>
          </p:cNvPr>
          <p:cNvSpPr/>
          <p:nvPr/>
        </p:nvSpPr>
        <p:spPr>
          <a:xfrm>
            <a:off x="6960325" y="3861257"/>
            <a:ext cx="4273732" cy="13290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3056E2-174D-8ADB-C6FC-56697B4F4D7D}"/>
              </a:ext>
            </a:extLst>
          </p:cNvPr>
          <p:cNvCxnSpPr>
            <a:cxnSpLocks/>
            <a:stCxn id="10241" idx="3"/>
            <a:endCxn id="4" idx="1"/>
          </p:cNvCxnSpPr>
          <p:nvPr/>
        </p:nvCxnSpPr>
        <p:spPr>
          <a:xfrm flipV="1">
            <a:off x="4239872" y="2893070"/>
            <a:ext cx="230293" cy="5809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3D97FB-53B9-F654-53D4-B9032857823F}"/>
              </a:ext>
            </a:extLst>
          </p:cNvPr>
          <p:cNvCxnSpPr>
            <a:cxnSpLocks/>
            <a:stCxn id="5" idx="3"/>
            <a:endCxn id="10244" idx="1"/>
          </p:cNvCxnSpPr>
          <p:nvPr/>
        </p:nvCxnSpPr>
        <p:spPr>
          <a:xfrm>
            <a:off x="4940996" y="2890498"/>
            <a:ext cx="230294" cy="5713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886178-ED39-D584-97EC-42618D055DF8}"/>
              </a:ext>
            </a:extLst>
          </p:cNvPr>
          <p:cNvGrpSpPr/>
          <p:nvPr/>
        </p:nvGrpSpPr>
        <p:grpSpPr>
          <a:xfrm>
            <a:off x="3386486" y="2227151"/>
            <a:ext cx="1332411" cy="894147"/>
            <a:chOff x="914520" y="1987375"/>
            <a:chExt cx="1332411" cy="894147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F2E83D76-6AFC-29E9-FE28-9C3A2BADBD04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98B9C06-2748-825A-BFC9-F86A210D498D}"/>
                </a:ext>
              </a:extLst>
            </p:cNvPr>
            <p:cNvSpPr txBox="1"/>
            <p:nvPr/>
          </p:nvSpPr>
          <p:spPr>
            <a:xfrm>
              <a:off x="914520" y="1987375"/>
              <a:ext cx="1332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prev_node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71784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8F66A-5DB5-51FC-8870-93FC41C2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FD68CEF-58F7-5B2C-46C0-D76A1F23B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261"/>
            <a:ext cx="12192000" cy="646539"/>
          </a:xfrm>
        </p:spPr>
        <p:txBody>
          <a:bodyPr>
            <a:normAutofit/>
          </a:bodyPr>
          <a:lstStyle/>
          <a:p>
            <a:r>
              <a:rPr lang="en-US" dirty="0"/>
              <a:t>Linked Lists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F2653F-3A95-73A9-7932-DCF0BDCD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346" y="1981200"/>
            <a:ext cx="4105848" cy="202910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63AF921-AB3C-1701-B4CA-7F5C3927A4AF}"/>
              </a:ext>
            </a:extLst>
          </p:cNvPr>
          <p:cNvGrpSpPr/>
          <p:nvPr/>
        </p:nvGrpSpPr>
        <p:grpSpPr>
          <a:xfrm>
            <a:off x="1295400" y="3074081"/>
            <a:ext cx="762000" cy="557842"/>
            <a:chOff x="2438399" y="2185358"/>
            <a:chExt cx="762000" cy="557842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647D7E3-BFF7-EA15-5434-4F2FC2E66860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54755DB-777D-710D-2C91-C0E8D828CF75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D33ADF-DB13-6454-365A-F659A207766D}"/>
              </a:ext>
            </a:extLst>
          </p:cNvPr>
          <p:cNvGrpSpPr/>
          <p:nvPr/>
        </p:nvGrpSpPr>
        <p:grpSpPr>
          <a:xfrm>
            <a:off x="2310470" y="3290423"/>
            <a:ext cx="470831" cy="367167"/>
            <a:chOff x="2358889" y="2253878"/>
            <a:chExt cx="470831" cy="39646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233C3B0-3CA3-FF56-CD51-A31B0197ABE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516001A-E71A-AA93-6CD5-235C593A164D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38BFA0-1BFA-2AAF-11E3-5C5C0A4E9BB2}"/>
              </a:ext>
            </a:extLst>
          </p:cNvPr>
          <p:cNvCxnSpPr>
            <a:stCxn id="28" idx="6"/>
            <a:endCxn id="31" idx="1"/>
          </p:cNvCxnSpPr>
          <p:nvPr/>
        </p:nvCxnSpPr>
        <p:spPr>
          <a:xfrm flipV="1">
            <a:off x="1828800" y="3476579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B3A51A-E354-2F27-4A0C-23792C841BC9}"/>
              </a:ext>
            </a:extLst>
          </p:cNvPr>
          <p:cNvGrpSpPr/>
          <p:nvPr/>
        </p:nvGrpSpPr>
        <p:grpSpPr>
          <a:xfrm>
            <a:off x="3037681" y="3292995"/>
            <a:ext cx="470831" cy="367167"/>
            <a:chOff x="2358889" y="2253878"/>
            <a:chExt cx="470831" cy="39646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DD95D52-F263-EF19-4154-206EE6B6E9B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FED8473-6DC5-24FA-5C22-F8DEF2EF24D7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169A2B1-F03B-9887-7A5E-239D6C4DD250}"/>
              </a:ext>
            </a:extLst>
          </p:cNvPr>
          <p:cNvGrpSpPr/>
          <p:nvPr/>
        </p:nvGrpSpPr>
        <p:grpSpPr>
          <a:xfrm>
            <a:off x="3769041" y="3290423"/>
            <a:ext cx="470831" cy="367167"/>
            <a:chOff x="2358889" y="2253878"/>
            <a:chExt cx="470831" cy="39646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B00B62-F457-0E81-84BB-CFD267713CB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95C702D-AB01-B009-3E86-AEB9341070E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ACDF05-8ADC-87D0-2B4C-635C3C00825A}"/>
              </a:ext>
            </a:extLst>
          </p:cNvPr>
          <p:cNvGrpSpPr/>
          <p:nvPr/>
        </p:nvGrpSpPr>
        <p:grpSpPr>
          <a:xfrm>
            <a:off x="4500401" y="3287851"/>
            <a:ext cx="470831" cy="367167"/>
            <a:chOff x="2358889" y="2253878"/>
            <a:chExt cx="470831" cy="396468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72BC624-DFB4-833D-71DB-1B040BD8B9B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A7F22B0-DE7C-FC08-7D8C-0192ED76109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A21611-1833-15AF-D137-D2ACE0F6DF01}"/>
              </a:ext>
            </a:extLst>
          </p:cNvPr>
          <p:cNvGrpSpPr/>
          <p:nvPr/>
        </p:nvGrpSpPr>
        <p:grpSpPr>
          <a:xfrm>
            <a:off x="5231761" y="3285279"/>
            <a:ext cx="470831" cy="367167"/>
            <a:chOff x="2358889" y="2253878"/>
            <a:chExt cx="470831" cy="39646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CB0D73F-6047-77BE-E655-90D7CF4A474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8DD3FB7-A674-1B12-B20B-79A5BBB0CA1D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CFC61D-1AA9-8A0D-A2E5-408F1C13BD65}"/>
              </a:ext>
            </a:extLst>
          </p:cNvPr>
          <p:cNvCxnSpPr>
            <a:cxnSpLocks/>
            <a:stCxn id="32" idx="3"/>
            <a:endCxn id="35" idx="1"/>
          </p:cNvCxnSpPr>
          <p:nvPr/>
        </p:nvCxnSpPr>
        <p:spPr>
          <a:xfrm>
            <a:off x="2781301" y="3474007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8E06D24-8467-237F-1734-6A1390EE31F7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3508512" y="347657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8FB20B-3A4E-C913-E336-CF1262DC4307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>
            <a:off x="4239872" y="3474007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FF9D67-BA94-DAD2-FDD6-98BF321C205B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4971232" y="3471435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316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D78E2-8F60-4FE9-AB92-C50D665E75DF}"/>
              </a:ext>
            </a:extLst>
          </p:cNvPr>
          <p:cNvSpPr/>
          <p:nvPr/>
        </p:nvSpPr>
        <p:spPr>
          <a:xfrm>
            <a:off x="1295400" y="1566208"/>
            <a:ext cx="9601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Write a function </a:t>
            </a: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</a:rPr>
              <a:t>moveOdditemstoback()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that moves all odd integers to the back of a linked list.</a:t>
            </a:r>
          </a:p>
          <a:p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prototype</a:t>
            </a:r>
          </a:p>
          <a:p>
            <a:pPr marL="45720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Courier New" panose="02070309020205020404" pitchFamily="49" charset="0"/>
                <a:ea typeface="Times New Roman" panose="02020603050405020304" pitchFamily="18" charset="0"/>
              </a:rPr>
              <a:t>def moveOdditemstoback(head):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6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AD07-5572-02F0-C87A-42BD5DA58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1A79C848-FFEE-D1D7-E61A-179C766BB6BB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0E381-B382-2076-A903-DA0C1988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209CC1-BEE3-FD71-B202-D86E5932FA2F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7609076-C94A-030C-A770-F4092B87D03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A1518-B30E-201D-0C15-65ED42B60D1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2DBBD15-926E-BE3D-5B93-3AB35056BC69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71D0E20-D7CC-C18A-EEEB-C4E7B3851D5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6286A68-C08A-1BAA-C24A-B757167CA37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396D5D-0CEA-58ED-0641-2F6D0E8F0110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15E38BE-930E-BDCF-7083-38EC51E56AC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A9057D6-674A-2500-B63E-E67E373D600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DDF7D4-26CB-7B19-D71B-FF6929C032F0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8C3CAF5-E283-4B16-D052-040164D1E0C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192AF6-CC05-FE91-4CBF-32A4B2DAA38A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864312B-1F13-00F1-000F-863CC33BC175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7C046E0-C90B-A055-D82C-A6DA3F9E05B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CB285E7-5156-1C06-14C7-A7AC091853D9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61B9A44-2798-BFD7-C970-AB09B655E8EB}"/>
              </a:ext>
            </a:extLst>
          </p:cNvPr>
          <p:cNvGrpSpPr/>
          <p:nvPr/>
        </p:nvGrpSpPr>
        <p:grpSpPr>
          <a:xfrm>
            <a:off x="1181499" y="2091782"/>
            <a:ext cx="873637" cy="859765"/>
            <a:chOff x="1150050" y="2021757"/>
            <a:chExt cx="873637" cy="859765"/>
          </a:xfrm>
        </p:grpSpPr>
        <p:sp>
          <p:nvSpPr>
            <p:cNvPr id="83" name="Right Arrow 5">
              <a:extLst>
                <a:ext uri="{FF2B5EF4-FFF2-40B4-BE49-F238E27FC236}">
                  <a16:creationId xmlns:a16="http://schemas.microsoft.com/office/drawing/2014/main" id="{B56AA589-070C-5EA6-EE38-27B3F6CB1EB8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3FBDA47-1DAD-F0F4-E315-FC91E627009C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C5C0DC8-3F12-CBA8-F72E-0D4969E4E3D7}"/>
              </a:ext>
            </a:extLst>
          </p:cNvPr>
          <p:cNvGrpSpPr/>
          <p:nvPr/>
        </p:nvGrpSpPr>
        <p:grpSpPr>
          <a:xfrm>
            <a:off x="1989201" y="2091782"/>
            <a:ext cx="1191801" cy="879813"/>
            <a:chOff x="1988619" y="2875666"/>
            <a:chExt cx="1191801" cy="879813"/>
          </a:xfrm>
        </p:grpSpPr>
        <p:sp>
          <p:nvSpPr>
            <p:cNvPr id="85" name="Right Arrow 5">
              <a:extLst>
                <a:ext uri="{FF2B5EF4-FFF2-40B4-BE49-F238E27FC236}">
                  <a16:creationId xmlns:a16="http://schemas.microsoft.com/office/drawing/2014/main" id="{CC2642E2-5E5D-BC13-F7DB-1E2FC31828FE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8645275-2EDA-1107-A4F3-E1FAE7CAFDC0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2192CEFF-1C53-2589-895F-848C38410303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EF77BAC-1B44-C59F-7190-C0CD4FF402F7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88747B0-C772-6E24-C047-CD33DB013B4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F9CEF26D-1F6A-C194-1220-89AAE09D64DE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908182E-3C70-A8CE-8387-FF59CC5231AE}"/>
              </a:ext>
            </a:extLst>
          </p:cNvPr>
          <p:cNvCxnSpPr>
            <a:stCxn id="97" idx="3"/>
            <a:endCxn id="6" idx="1"/>
          </p:cNvCxnSpPr>
          <p:nvPr/>
        </p:nvCxnSpPr>
        <p:spPr>
          <a:xfrm>
            <a:off x="1906158" y="3260067"/>
            <a:ext cx="272788" cy="85083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B6FA111-31CE-537F-11FB-DFF7F822E870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89E4E28-2DA2-0F6C-C895-890D3B11C907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CA67C50-E8E2-32C2-CAA6-855EEC60746F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1DA96D7-86D5-8C7F-5A41-59AD3BD02984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5137B8-FC1E-BC03-49FC-ACB2D54B3851}"/>
              </a:ext>
            </a:extLst>
          </p:cNvPr>
          <p:cNvSpPr/>
          <p:nvPr/>
        </p:nvSpPr>
        <p:spPr>
          <a:xfrm>
            <a:off x="8305800" y="1447800"/>
            <a:ext cx="2895600" cy="304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2622F9-E144-D042-1B29-197DB4BBD4C9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08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949E5-5B3C-6F45-8DBF-201F5B1E1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2D96722D-64D4-4AD5-466A-2F50493A7E77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E0807-21A1-CD8E-9E58-C6489959C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F0A4179-5593-7B98-7216-D916010114A9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8B9B4F-4359-A172-AA3E-60F336961A9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D199CB-067C-AB65-0289-5B4BA455DBF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B575A91-5D9A-897C-E1AC-64152660B80E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A7B675A-3BE3-1571-C3EA-157214696B5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F04E23A-0DF9-C3AE-797C-CA5BFA1E1B31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5DD5CA7-23AD-B160-0A89-FC8E3623FB21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7C71AD2-A771-7240-04E8-A793DCA4272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DE0FD39-7581-10C3-6675-C869A22348F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D6D879C-2EB2-352F-82F7-2FAB4DE58C44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421EBBB-25CB-C2CC-05F0-198DF4FFF65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7C84843-0421-9B7C-A3E6-632004A73C9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59BA625-328A-95FF-5BD6-6D3101294778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A4FD786-AEB4-F7BB-1B53-924DD5AE97C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0BACBC3-2509-9C69-2390-EBAC147FDE8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6222F62-7137-5A0A-AA58-E3AAF41C0DE4}"/>
              </a:ext>
            </a:extLst>
          </p:cNvPr>
          <p:cNvGrpSpPr/>
          <p:nvPr/>
        </p:nvGrpSpPr>
        <p:grpSpPr>
          <a:xfrm>
            <a:off x="1181499" y="2091782"/>
            <a:ext cx="873637" cy="859765"/>
            <a:chOff x="1150050" y="2021757"/>
            <a:chExt cx="873637" cy="859765"/>
          </a:xfrm>
        </p:grpSpPr>
        <p:sp>
          <p:nvSpPr>
            <p:cNvPr id="83" name="Right Arrow 5">
              <a:extLst>
                <a:ext uri="{FF2B5EF4-FFF2-40B4-BE49-F238E27FC236}">
                  <a16:creationId xmlns:a16="http://schemas.microsoft.com/office/drawing/2014/main" id="{6376AC8D-FFCC-3C67-A60D-F9AEE5E317E8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DCD3B08-E750-8605-7E2D-4CC005F47C9F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6D1ADB53-F714-94CD-0D5C-16134C541D79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5133588-252D-9A74-641B-267C0D72A039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A755AC4-6DC5-4C1B-3810-CFB3F7ECA5E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9BCB657-5F31-9D2D-E830-23E52670258A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5D92E99-5345-3808-3999-FAAC79B71233}"/>
              </a:ext>
            </a:extLst>
          </p:cNvPr>
          <p:cNvCxnSpPr>
            <a:stCxn id="97" idx="3"/>
            <a:endCxn id="6" idx="1"/>
          </p:cNvCxnSpPr>
          <p:nvPr/>
        </p:nvCxnSpPr>
        <p:spPr>
          <a:xfrm>
            <a:off x="1906158" y="3260067"/>
            <a:ext cx="272788" cy="85083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12D2841-22CD-0E04-89B3-EA28341E52E1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B687A7BC-C516-296A-A614-62F631FAE9EA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3E143D9-47BE-2C6C-4720-FE7B8D9A01BD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BFC1B2FE-5321-52FE-EE5F-12C06C7C6ACC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4C846B-8543-A514-8AA0-4BD69B101907}"/>
              </a:ext>
            </a:extLst>
          </p:cNvPr>
          <p:cNvSpPr/>
          <p:nvPr/>
        </p:nvSpPr>
        <p:spPr>
          <a:xfrm>
            <a:off x="8305800" y="1702765"/>
            <a:ext cx="2895600" cy="304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FDAF39-FAE7-EF02-618E-34C9C4BA9916}"/>
              </a:ext>
            </a:extLst>
          </p:cNvPr>
          <p:cNvGrpSpPr/>
          <p:nvPr/>
        </p:nvGrpSpPr>
        <p:grpSpPr>
          <a:xfrm>
            <a:off x="1989201" y="2091782"/>
            <a:ext cx="1191801" cy="879813"/>
            <a:chOff x="1988619" y="2875666"/>
            <a:chExt cx="1191801" cy="879813"/>
          </a:xfrm>
        </p:grpSpPr>
        <p:sp>
          <p:nvSpPr>
            <p:cNvPr id="4" name="Right Arrow 5">
              <a:extLst>
                <a:ext uri="{FF2B5EF4-FFF2-40B4-BE49-F238E27FC236}">
                  <a16:creationId xmlns:a16="http://schemas.microsoft.com/office/drawing/2014/main" id="{6D3A0F2B-2FF6-8360-8189-16D5C19E2384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8F677B-E068-A0D3-128C-7DB058056FAA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EACDB-4E2E-6E76-4B69-B5EB984B2F9A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64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3D3B-D6DF-1D61-6A9C-581C01A8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2C29CC2E-3D29-AFCB-24C4-827606F664E6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DE6828-BF23-7953-26D1-8B933F116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518D1C-1262-2347-DCE9-B379356D414B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0CB8AD5-21BF-49AD-E509-96D74222E86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12856D3-5AFC-0520-8951-9F6F4B56DDCC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310700-EB24-696E-0C8C-894E2CE5966A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ED97E28-C078-156B-56D9-C55182C33BC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132BC1A-9B9D-F63A-9FB6-694422C82E1B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EFBA28C-41BD-E6B6-5C67-66CA261ACC85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58C2A71-C0C7-F2CC-C421-6D65236C386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8F5EB3E-3867-4022-1798-D42A903A71BE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69B8814-FF03-BDE8-86B3-F29AF00BEF7D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B5AAE29-5511-54FE-B340-FA5C31FA3B8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5F1772E-60E7-615A-9519-73782776113C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E7B634-0873-2F24-DFA4-6EF4B84E2DE3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726E3A8-0C51-BD6E-0C1D-977173C73DF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A58D5FA-51AD-5A42-E963-15B6DB2D9C6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AFC61B61-F5C2-69E0-9057-D5F9DF5A9B22}"/>
              </a:ext>
            </a:extLst>
          </p:cNvPr>
          <p:cNvGrpSpPr/>
          <p:nvPr/>
        </p:nvGrpSpPr>
        <p:grpSpPr>
          <a:xfrm>
            <a:off x="1181499" y="2091782"/>
            <a:ext cx="873637" cy="859765"/>
            <a:chOff x="1150050" y="2021757"/>
            <a:chExt cx="873637" cy="859765"/>
          </a:xfrm>
        </p:grpSpPr>
        <p:sp>
          <p:nvSpPr>
            <p:cNvPr id="83" name="Right Arrow 5">
              <a:extLst>
                <a:ext uri="{FF2B5EF4-FFF2-40B4-BE49-F238E27FC236}">
                  <a16:creationId xmlns:a16="http://schemas.microsoft.com/office/drawing/2014/main" id="{C1B94E19-937E-65B9-C35A-6303811F800B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B1B0E14-F6FE-9ECF-2368-2E3AC4F09A85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FF749D7F-CA58-D99B-3DB7-26FD1238A48D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EE532D1-AD3C-5CA5-27A2-6070786EBAAC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4CA913D-3B8F-C3DA-2DE4-26C83605A00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10A590C-CC78-4D0B-D988-D2598824112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C7DDA5C-8BDD-2701-C204-3672B8397091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31AB0ED-C31C-E821-21D4-09C83E020D42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D966C696-0A67-29CB-E17C-F62922760E63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050757E-C795-7A88-5FD0-E375F1FFFB5F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AA3747-6FDE-1F64-792F-ABF6DA77A56A}"/>
              </a:ext>
            </a:extLst>
          </p:cNvPr>
          <p:cNvSpPr/>
          <p:nvPr/>
        </p:nvSpPr>
        <p:spPr>
          <a:xfrm>
            <a:off x="8768258" y="4291806"/>
            <a:ext cx="2231496" cy="50879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Right Arrow 5">
            <a:extLst>
              <a:ext uri="{FF2B5EF4-FFF2-40B4-BE49-F238E27FC236}">
                <a16:creationId xmlns:a16="http://schemas.microsoft.com/office/drawing/2014/main" id="{9B43EC08-2319-E7BA-CC95-E05AB9AA6288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8406C-24FD-5A9B-AB60-57A3D126AA8D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47512-B537-AB14-A730-1DBDBA294CD1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BEFA30-EC30-C09D-F0B0-D353F8FD4E13}"/>
              </a:ext>
            </a:extLst>
          </p:cNvPr>
          <p:cNvGrpSpPr/>
          <p:nvPr/>
        </p:nvGrpSpPr>
        <p:grpSpPr>
          <a:xfrm>
            <a:off x="1989201" y="2091782"/>
            <a:ext cx="1191801" cy="879813"/>
            <a:chOff x="1988619" y="2875666"/>
            <a:chExt cx="1191801" cy="879813"/>
          </a:xfrm>
        </p:grpSpPr>
        <p:sp>
          <p:nvSpPr>
            <p:cNvPr id="9" name="Right Arrow 5">
              <a:extLst>
                <a:ext uri="{FF2B5EF4-FFF2-40B4-BE49-F238E27FC236}">
                  <a16:creationId xmlns:a16="http://schemas.microsoft.com/office/drawing/2014/main" id="{67D03007-E447-53EB-2A81-AB2FAFA6FE6F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E23666E-077F-143E-6512-B5744FDAE211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F18945-7145-1452-019B-18D7FFEFE15A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45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358B-13A9-8D22-9969-54E4A080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E77D0A8D-ACAA-5975-5EB9-1F223DE610CE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B15F9-B855-7A92-8B7C-CF52E93D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CDB0EEB-AD95-CFD9-1B95-AA5B80068A92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733F28-C010-E6C0-D1B6-8E13C41FD3D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4529B8-E3A1-38BD-52EA-FCA7AD48482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D5C8548-26B4-4874-BDCF-52AB1291DFD1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8C69F07-A236-B8FF-4958-0E15C8AD84A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2D941E-A656-E93B-5191-97525C000C6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4164182-7B97-FE83-81F8-CE7349D4F913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32AFCB9-8148-70B3-CD28-7BC090F4E8C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CDBA715-EF8E-3A52-D389-6A8F848F461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FEFFCE-C70B-61B6-C7C3-977614D0784D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171F766-50EB-673B-A72D-3101B0A2C01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932E7B3-2DFA-86E8-F5D6-C10146DAA29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5FE4F25-E2E6-35FA-B324-2E6F57AD47C6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E57B938-1117-EA25-22C1-2E25CEDB154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3E6145F-1A1F-D54A-2C31-091CAC79D4F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2B95E64-A0DF-F09E-1F85-858B0B51EBD6}"/>
              </a:ext>
            </a:extLst>
          </p:cNvPr>
          <p:cNvGrpSpPr/>
          <p:nvPr/>
        </p:nvGrpSpPr>
        <p:grpSpPr>
          <a:xfrm>
            <a:off x="1181950" y="2098291"/>
            <a:ext cx="873637" cy="859765"/>
            <a:chOff x="1150050" y="2021757"/>
            <a:chExt cx="873637" cy="859765"/>
          </a:xfrm>
        </p:grpSpPr>
        <p:sp>
          <p:nvSpPr>
            <p:cNvPr id="83" name="Right Arrow 5">
              <a:extLst>
                <a:ext uri="{FF2B5EF4-FFF2-40B4-BE49-F238E27FC236}">
                  <a16:creationId xmlns:a16="http://schemas.microsoft.com/office/drawing/2014/main" id="{4E874669-A749-213D-29C3-8D917ACB8448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CBE01F6-000D-0AA4-2414-0798F4E73504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E21ED-F0A5-EBE7-0490-81E1B3AB93A9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C801915-4BBD-5B52-0785-388A6D42F231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C552471-FDBF-7CF5-3C8C-C8A19C64401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305F3F6-98D7-8410-CCD2-B3E98C573D2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D1C3DC4-EC89-7CBE-BD03-B7ED5B7D236C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F8D19FA8-5547-B226-5770-3A5A79188434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D3F4978-99BB-82E4-1272-90DA0A40946A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FD123A4-AEF7-1873-6BC6-00B2D919ACBA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45D3D1-1E75-BF6B-8031-99B3756FF3F6}"/>
              </a:ext>
            </a:extLst>
          </p:cNvPr>
          <p:cNvSpPr/>
          <p:nvPr/>
        </p:nvSpPr>
        <p:spPr>
          <a:xfrm>
            <a:off x="7924800" y="5681395"/>
            <a:ext cx="2286000" cy="3384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7C295-0583-ABA4-2CE2-11A2591BA179}"/>
              </a:ext>
            </a:extLst>
          </p:cNvPr>
          <p:cNvSpPr txBox="1"/>
          <p:nvPr/>
        </p:nvSpPr>
        <p:spPr>
          <a:xfrm>
            <a:off x="2118025" y="1884492"/>
            <a:ext cx="87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</a:t>
            </a:r>
            <a:endParaRPr lang="en-SG" dirty="0"/>
          </a:p>
        </p:txBody>
      </p:sp>
      <p:sp>
        <p:nvSpPr>
          <p:cNvPr id="11" name="Right Arrow 5">
            <a:extLst>
              <a:ext uri="{FF2B5EF4-FFF2-40B4-BE49-F238E27FC236}">
                <a16:creationId xmlns:a16="http://schemas.microsoft.com/office/drawing/2014/main" id="{967A62F9-BCAD-3F43-9C76-859EFCFD8126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934FB8-C560-FAE0-4F6C-C2B0FB96AD03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D6971B-AECC-7E09-2E8B-F62D08B58A8F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81E8AF-D0DD-6975-5EE1-08400E6DACAA}"/>
              </a:ext>
            </a:extLst>
          </p:cNvPr>
          <p:cNvGrpSpPr/>
          <p:nvPr/>
        </p:nvGrpSpPr>
        <p:grpSpPr>
          <a:xfrm>
            <a:off x="1989201" y="2091782"/>
            <a:ext cx="1191801" cy="879813"/>
            <a:chOff x="1988619" y="2875666"/>
            <a:chExt cx="1191801" cy="879813"/>
          </a:xfrm>
        </p:grpSpPr>
        <p:sp>
          <p:nvSpPr>
            <p:cNvPr id="19" name="Right Arrow 5">
              <a:extLst>
                <a:ext uri="{FF2B5EF4-FFF2-40B4-BE49-F238E27FC236}">
                  <a16:creationId xmlns:a16="http://schemas.microsoft.com/office/drawing/2014/main" id="{ACE473A5-1A15-1791-FA0F-5C2C9AB8DA6F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424FBE-2545-930C-30D6-FDA9640446E7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0EAA29-3F4D-BFCB-8192-3FBE7B377023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38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2F0C-9218-6271-AAC4-0C26915B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1A165F9-13F8-40C6-950B-4D90460A66B0}"/>
              </a:ext>
            </a:extLst>
          </p:cNvPr>
          <p:cNvGrpSpPr/>
          <p:nvPr/>
        </p:nvGrpSpPr>
        <p:grpSpPr>
          <a:xfrm>
            <a:off x="1989201" y="1884492"/>
            <a:ext cx="1191801" cy="1087103"/>
            <a:chOff x="1989201" y="1884492"/>
            <a:chExt cx="1191801" cy="108710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C5070E-CA03-047C-E280-3DFA74149A2C}"/>
                </a:ext>
              </a:extLst>
            </p:cNvPr>
            <p:cNvSpPr txBox="1"/>
            <p:nvPr/>
          </p:nvSpPr>
          <p:spPr>
            <a:xfrm>
              <a:off x="2118025" y="1884492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5471AE-011A-C391-6294-A5FF2E565514}"/>
                </a:ext>
              </a:extLst>
            </p:cNvPr>
            <p:cNvGrpSpPr/>
            <p:nvPr/>
          </p:nvGrpSpPr>
          <p:grpSpPr>
            <a:xfrm>
              <a:off x="1989201" y="2091782"/>
              <a:ext cx="1191801" cy="879813"/>
              <a:chOff x="1988619" y="2875666"/>
              <a:chExt cx="1191801" cy="879813"/>
            </a:xfrm>
          </p:grpSpPr>
          <p:sp>
            <p:nvSpPr>
              <p:cNvPr id="19" name="Right Arrow 5">
                <a:extLst>
                  <a:ext uri="{FF2B5EF4-FFF2-40B4-BE49-F238E27FC236}">
                    <a16:creationId xmlns:a16="http://schemas.microsoft.com/office/drawing/2014/main" id="{D9EB170A-22B9-4449-D6E0-19CF0EB190C7}"/>
                  </a:ext>
                </a:extLst>
              </p:cNvPr>
              <p:cNvSpPr/>
              <p:nvPr/>
            </p:nvSpPr>
            <p:spPr>
              <a:xfrm rot="5400000">
                <a:off x="2282896" y="3351613"/>
                <a:ext cx="516379" cy="291354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E5EC024-74A3-210D-A6CA-681E679645CC}"/>
                  </a:ext>
                </a:extLst>
              </p:cNvPr>
              <p:cNvSpPr txBox="1"/>
              <p:nvPr/>
            </p:nvSpPr>
            <p:spPr>
              <a:xfrm>
                <a:off x="1988619" y="2875666"/>
                <a:ext cx="1191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next_node</a:t>
                </a:r>
                <a:endParaRPr lang="en-SG" dirty="0"/>
              </a:p>
            </p:txBody>
          </p:sp>
        </p:grp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E53F5211-1827-00DF-7333-0E12BFA4AF6A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552D4-6F3A-E1A7-AA4C-4967C387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79AD629-4062-B9F2-153E-FA6C97670C1F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13DC23-B737-946F-78FD-773948ADA01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20141B-D3BF-47B1-D1CA-B07A72E5790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413F525-CFF0-A5FC-E64F-960CE39AB761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6DA3626-CC0F-7727-8071-D69CEE1537E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E7394C7-A283-6B47-CD1C-E30866642B55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3477DE-3642-80F1-BA67-EAF93C8990E6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D186BD0-24E4-F482-1483-F6AD2FA9D4E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B8DD8FF-2015-BE23-0CDD-84B81796E6B5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8C7B671-A71B-1E55-300D-90DDD1BBEB1B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3BBC032-7D96-A48A-21D8-A08789D8AFA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8856B9F-1257-9E45-257F-5BBE574F52D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BEB5F14-DA15-56B9-3E33-D1EA400F96DE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CF83EB0-56F5-ACDC-A518-DE07A39F1F2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2122EB7-8C37-1F16-3663-E6EF72EBA0B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E0388DD9-7CCE-64D3-CED6-DBCE003D3D49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DBF5303-CC0E-00D6-A410-CC34185695CC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0CDF59E-554A-7146-32D9-20738D00B60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3B79132-CE77-9AE5-5033-C22C201CD359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BAA7238-9128-9E18-0633-9C69286B0405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9F56187-2F85-E509-9717-BB02F759A585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76E72F7-D604-7F53-B566-F6435FD55DF0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229BB25-0732-1EC9-E7CE-D547ABDA5145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51A9B337-1362-4D64-BD78-01421DFF1E24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B3FD61-16B2-3976-10FD-39BAF813A83A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BD160-B140-45BD-402B-394E0A2F75D5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90F0FA-CD80-53F7-AF4C-1850C51B3450}"/>
              </a:ext>
            </a:extLst>
          </p:cNvPr>
          <p:cNvSpPr/>
          <p:nvPr/>
        </p:nvSpPr>
        <p:spPr>
          <a:xfrm>
            <a:off x="8305800" y="1447800"/>
            <a:ext cx="2895600" cy="304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338E62-155C-8921-DD85-FE2DB1E8C435}"/>
              </a:ext>
            </a:extLst>
          </p:cNvPr>
          <p:cNvGrpSpPr/>
          <p:nvPr/>
        </p:nvGrpSpPr>
        <p:grpSpPr>
          <a:xfrm>
            <a:off x="3026607" y="2091783"/>
            <a:ext cx="1191801" cy="879813"/>
            <a:chOff x="1988619" y="2875666"/>
            <a:chExt cx="1191801" cy="879813"/>
          </a:xfrm>
        </p:grpSpPr>
        <p:sp>
          <p:nvSpPr>
            <p:cNvPr id="5" name="Right Arrow 5">
              <a:extLst>
                <a:ext uri="{FF2B5EF4-FFF2-40B4-BE49-F238E27FC236}">
                  <a16:creationId xmlns:a16="http://schemas.microsoft.com/office/drawing/2014/main" id="{9020066B-0009-4C54-E26F-D8604135BB95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8E6A9B-B342-73F8-5571-699832ABDC8E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710C18-1D22-2585-8D85-E04670C97400}"/>
              </a:ext>
            </a:extLst>
          </p:cNvPr>
          <p:cNvGrpSpPr/>
          <p:nvPr/>
        </p:nvGrpSpPr>
        <p:grpSpPr>
          <a:xfrm>
            <a:off x="2144604" y="2098391"/>
            <a:ext cx="873637" cy="859765"/>
            <a:chOff x="1150050" y="2021757"/>
            <a:chExt cx="873637" cy="859765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64AC1516-A4AE-69BA-0A71-AC3B02B1ED84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75186C-D893-7720-0690-96053795ECB6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13232AC-3364-66B8-07C4-07869C9B7B7E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7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3F61-BB13-17E9-AAE7-A020F0AE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6A11DF44-3BE9-55E5-A413-C3474B65E62B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B0E0D-C58C-8474-6192-02B58047A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1718010-C200-AC1A-1F11-8BD5AA1E4ABE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12555B-32BE-FD66-8E37-69ADC64BD48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0FA299-AF8B-D3FC-0B6F-A3289A7F129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779845C-33F2-D934-1AFF-148A87D153B1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216B13D-0B0B-F864-0690-E0EE586E39E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BEDF53F-ECF1-869C-71F4-4F6D85556C7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2CC9D65-7D6E-861C-C44F-155DDFE396D1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D0CD88D-A1F8-4D60-35E7-F09F08EE947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4C4C07F-CFE0-755F-F1F1-D9469E43B8B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3A6FB59-6D7B-0407-0EFA-47B5C69EBD91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6926033-5773-B0FD-7E95-EAEF4583E24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372CA60-56CC-9257-353E-5AE4F25682CB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A70C96-3162-0BF7-72D2-93E07C9937E1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A77565-391E-86CB-BA31-C736F5B6890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A78756-92D3-F18E-0F3F-E279977069DA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C0EF2AE6-6EDA-845F-BE38-2AB5F0CFAE59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B2551ED-40D3-8B6E-A2B1-74E9C8995698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6302132-AFF1-AE99-7AFA-66CC5E40D1F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0DC569D-31F0-22E1-986F-9F94C8A0BD6A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6D5C59C-4A0F-6D18-2DAE-21130DD9704C}"/>
              </a:ext>
            </a:extLst>
          </p:cNvPr>
          <p:cNvCxnSpPr>
            <a:stCxn id="7" idx="3"/>
            <a:endCxn id="45" idx="1"/>
          </p:cNvCxnSpPr>
          <p:nvPr/>
        </p:nvCxnSpPr>
        <p:spPr>
          <a:xfrm flipV="1">
            <a:off x="2829045" y="3261461"/>
            <a:ext cx="395125" cy="8466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BA55A8B-1499-193A-9D45-337EECAA6D6A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881ED366-0485-415B-7FFB-C542935BC028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199B248-D32D-97CF-9E0A-CA1BCDD713EB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0233C7F4-F4FA-07F2-D6CA-998A242388F4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249B88-C1A9-7A45-5F4F-18E4805B1056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3F398-293E-68DB-6E17-B47F8AD9E03D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1D7C55-BEDE-1FA2-3DE2-0089D975BA7E}"/>
              </a:ext>
            </a:extLst>
          </p:cNvPr>
          <p:cNvSpPr/>
          <p:nvPr/>
        </p:nvSpPr>
        <p:spPr>
          <a:xfrm>
            <a:off x="8305800" y="1702765"/>
            <a:ext cx="2895600" cy="304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6D69D2-8BC5-5BF4-3346-51349E6A893D}"/>
              </a:ext>
            </a:extLst>
          </p:cNvPr>
          <p:cNvGrpSpPr/>
          <p:nvPr/>
        </p:nvGrpSpPr>
        <p:grpSpPr>
          <a:xfrm>
            <a:off x="2144604" y="2098391"/>
            <a:ext cx="873637" cy="859765"/>
            <a:chOff x="1150050" y="2021757"/>
            <a:chExt cx="873637" cy="859765"/>
          </a:xfrm>
        </p:grpSpPr>
        <p:sp>
          <p:nvSpPr>
            <p:cNvPr id="22" name="Right Arrow 5">
              <a:extLst>
                <a:ext uri="{FF2B5EF4-FFF2-40B4-BE49-F238E27FC236}">
                  <a16:creationId xmlns:a16="http://schemas.microsoft.com/office/drawing/2014/main" id="{0BE4140B-5A25-93C7-AF6B-EE465C553516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529043-FF97-C7A3-0334-70C71F1DEFF8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0D6C4C-47E4-CF9E-6BE2-F8AF822C7D32}"/>
              </a:ext>
            </a:extLst>
          </p:cNvPr>
          <p:cNvGrpSpPr/>
          <p:nvPr/>
        </p:nvGrpSpPr>
        <p:grpSpPr>
          <a:xfrm>
            <a:off x="3026607" y="2091783"/>
            <a:ext cx="1191801" cy="879813"/>
            <a:chOff x="1988619" y="2875666"/>
            <a:chExt cx="1191801" cy="879813"/>
          </a:xfrm>
        </p:grpSpPr>
        <p:sp>
          <p:nvSpPr>
            <p:cNvPr id="25" name="Right Arrow 5">
              <a:extLst>
                <a:ext uri="{FF2B5EF4-FFF2-40B4-BE49-F238E27FC236}">
                  <a16:creationId xmlns:a16="http://schemas.microsoft.com/office/drawing/2014/main" id="{0A992E20-16B5-BA46-CD87-A103EBB27426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1385AE-9751-83BC-49AB-99F853B25A1E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3D0C2A-7EBA-4AEF-B122-42D9F8449058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93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ED8E-CA05-AD07-27FA-77BB2CCB5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560080E7-AB22-DDFC-3023-5D75C96320B5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F37B5-3378-27B6-BDEF-6AC0E4DA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7DED8FA-AC1B-7510-9D22-9D6B4385E294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8315AA-F96D-FA0F-B085-C9E34449C5A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13616D-92E5-495F-8CCD-E4E420E84FF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6FD890-10F2-F440-93AF-A88D3FE929F3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37F5ADB-4054-E788-DB93-B5A032C0CDE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A01BD13-9B61-A575-C090-91C1588C595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6B0BD24-BCB0-9E93-1070-BC1B9677EB67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4276C71-6CCE-017B-4D5D-F7233F22133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C3CDD8-5ECE-5E32-44DE-BE66F6F0B18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7C0BBF-979A-93AE-1676-5943A4749E11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39021A4-7E50-7B58-352D-BA0CE7CEB24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9331A2B-B255-24D2-08C5-E25EB639D79C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B19DAF0-BF89-C9F2-2752-02499804FC8E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6E51E2F-BEE0-B11A-32F6-E981E5FB1CD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A28167-304C-4318-201B-EFCC905C865A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F82D457A-01A5-D2E5-4846-8CAF323B09D9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D6D581-057F-B46B-C277-2AFF9A28ED9C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C87525B-1444-323F-89F3-4916B691C20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678B1C5-4C9B-65DF-6893-4E456A9FE1B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3F79608-BFD4-B521-14CB-B3540C91C726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385F563-8021-7B9F-5860-14627DD0AED5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42536069-8F3A-209F-E33C-CDD7CD7C7DB4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8FCA9902-CA0D-A0AC-6634-DA4327483A7C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BAAC31-D63A-8036-408E-20E5E90A107A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08BF8-4BE5-5406-094F-247B1E6E2E53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A3F4ED-FA42-1332-87BC-C74D84D69915}"/>
              </a:ext>
            </a:extLst>
          </p:cNvPr>
          <p:cNvSpPr/>
          <p:nvPr/>
        </p:nvSpPr>
        <p:spPr>
          <a:xfrm>
            <a:off x="8763000" y="2579284"/>
            <a:ext cx="2354025" cy="54784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ight Arrow 5">
            <a:extLst>
              <a:ext uri="{FF2B5EF4-FFF2-40B4-BE49-F238E27FC236}">
                <a16:creationId xmlns:a16="http://schemas.microsoft.com/office/drawing/2014/main" id="{04507401-ACEF-2490-3BC7-F69014B4E555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047FC4-1EBF-1847-8B27-6E7B7F4BC7AE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52668-CCD1-8BDF-DBA6-4026628C182B}"/>
              </a:ext>
            </a:extLst>
          </p:cNvPr>
          <p:cNvSpPr txBox="1"/>
          <p:nvPr/>
        </p:nvSpPr>
        <p:spPr>
          <a:xfrm>
            <a:off x="2034649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even_tail</a:t>
            </a:r>
            <a:endParaRPr lang="en-SG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851DDA-58DF-A7F0-AE57-D621FA2BC2E1}"/>
              </a:ext>
            </a:extLst>
          </p:cNvPr>
          <p:cNvGrpSpPr/>
          <p:nvPr/>
        </p:nvGrpSpPr>
        <p:grpSpPr>
          <a:xfrm>
            <a:off x="2144604" y="2098391"/>
            <a:ext cx="873637" cy="859765"/>
            <a:chOff x="1150050" y="2021757"/>
            <a:chExt cx="873637" cy="859765"/>
          </a:xfrm>
        </p:grpSpPr>
        <p:sp>
          <p:nvSpPr>
            <p:cNvPr id="21" name="Right Arrow 5">
              <a:extLst>
                <a:ext uri="{FF2B5EF4-FFF2-40B4-BE49-F238E27FC236}">
                  <a16:creationId xmlns:a16="http://schemas.microsoft.com/office/drawing/2014/main" id="{5E7FD09C-162D-FC6C-40DC-F2E1CACEE8F9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36F390-AA2B-22D1-D723-C46952563EF2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033557-8417-E22E-62E9-06FE43CF90E9}"/>
              </a:ext>
            </a:extLst>
          </p:cNvPr>
          <p:cNvGrpSpPr/>
          <p:nvPr/>
        </p:nvGrpSpPr>
        <p:grpSpPr>
          <a:xfrm>
            <a:off x="3026607" y="2091783"/>
            <a:ext cx="1191801" cy="879813"/>
            <a:chOff x="1988619" y="2875666"/>
            <a:chExt cx="1191801" cy="879813"/>
          </a:xfrm>
        </p:grpSpPr>
        <p:sp>
          <p:nvSpPr>
            <p:cNvPr id="27" name="Right Arrow 5">
              <a:extLst>
                <a:ext uri="{FF2B5EF4-FFF2-40B4-BE49-F238E27FC236}">
                  <a16:creationId xmlns:a16="http://schemas.microsoft.com/office/drawing/2014/main" id="{234ED1C1-AD9D-B094-397E-DE80F73FB36A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2E11939-D81F-F1A6-F2C7-E7DC194F2EE7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8EAB8AB-F28F-D7DD-282C-376AA20C24AC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26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50B8-B47A-9484-277C-F1E11A5F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E31D7C37-37A3-ACCF-F010-CC8E4A9973C2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B5422-A2DB-7E10-E4B5-4DD8C4E3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CABDE60-2FA2-B11C-2B19-69E62D0BEB3B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8EAAA0D-701D-A799-52EB-BD75C04B605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0419516-D250-3A47-DCD0-7D18B59741A4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917C3E8-8C97-DF5F-6D91-824ABEA87246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DFACF77-0367-C906-9D9A-E0AEFF2E750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EEC875-3478-3928-3248-671AB8B52E3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59AACB-4DE5-5DDE-83AA-926C973A923C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9975BC1-93FF-4E83-75C0-C51B8B5B32C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C34FC6D-257F-8E16-EE6D-7652773BE0E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F47A09-1FF7-775A-A8D5-94DA7E3125BC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2338761-695F-6327-444F-087A66BB95C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917F2CF-A553-CCC8-0C31-EE16FF9C7AE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F8E7502-67A6-2BA8-DE07-8F203AE4E841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1711944-B635-7F5A-8C39-3365129163E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5712DC9-4BAB-84EE-012A-6594A709FBB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8084DBE7-A640-1211-A7BC-C23CCF4A4EC4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E6439C9-DB59-2B4A-C42B-9D5AA1CB0CEB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0DE6473-AC51-927C-F149-ECA9ADF4064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EEF1A18-BE0B-930F-5CC0-8CE0F415EE24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2872ABE-3620-AD8D-BBE5-47F25BD01562}"/>
              </a:ext>
            </a:extLst>
          </p:cNvPr>
          <p:cNvCxnSpPr>
            <a:cxnSpLocks/>
            <a:stCxn id="46" idx="3"/>
            <a:endCxn id="49" idx="1"/>
          </p:cNvCxnSpPr>
          <p:nvPr/>
        </p:nvCxnSpPr>
        <p:spPr>
          <a:xfrm>
            <a:off x="3874269" y="3258683"/>
            <a:ext cx="194186" cy="8440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ED28095-9E2C-9053-9647-78E98C663DE2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F53AF9F-585B-E075-3820-CA2EDA426437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8889EF6A-5E38-A4D3-A565-C1B0AF539A84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12939E-BA95-7A84-76CC-C5AB0A9EC957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B9F12A-CE38-55CA-C7F9-8E11DEF73C2A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BAB8B2-405D-1CF2-DC60-4A3B161D42CC}"/>
              </a:ext>
            </a:extLst>
          </p:cNvPr>
          <p:cNvSpPr/>
          <p:nvPr/>
        </p:nvSpPr>
        <p:spPr>
          <a:xfrm>
            <a:off x="7924800" y="5681395"/>
            <a:ext cx="2286000" cy="3384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1BE7E-7826-9F68-E6A8-1DC5D0BF2A05}"/>
              </a:ext>
            </a:extLst>
          </p:cNvPr>
          <p:cNvSpPr txBox="1"/>
          <p:nvPr/>
        </p:nvSpPr>
        <p:spPr>
          <a:xfrm>
            <a:off x="3152555" y="1905261"/>
            <a:ext cx="87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</a:t>
            </a:r>
            <a:endParaRPr lang="en-SG" dirty="0"/>
          </a:p>
        </p:txBody>
      </p:sp>
      <p:sp>
        <p:nvSpPr>
          <p:cNvPr id="25" name="Right Arrow 5">
            <a:extLst>
              <a:ext uri="{FF2B5EF4-FFF2-40B4-BE49-F238E27FC236}">
                <a16:creationId xmlns:a16="http://schemas.microsoft.com/office/drawing/2014/main" id="{8E4579F0-32D9-A0F5-373D-9E6B785D9829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196881-2669-B7BA-495B-EB9D8B39DD75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8C611C-6BBA-FE1A-D2B2-540C07B89B4C}"/>
              </a:ext>
            </a:extLst>
          </p:cNvPr>
          <p:cNvSpPr txBox="1"/>
          <p:nvPr/>
        </p:nvSpPr>
        <p:spPr>
          <a:xfrm>
            <a:off x="2034649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even_tail</a:t>
            </a:r>
            <a:endParaRPr lang="en-SG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1D196A-182B-5CBD-E345-D1811C995069}"/>
              </a:ext>
            </a:extLst>
          </p:cNvPr>
          <p:cNvGrpSpPr/>
          <p:nvPr/>
        </p:nvGrpSpPr>
        <p:grpSpPr>
          <a:xfrm>
            <a:off x="2144604" y="2098391"/>
            <a:ext cx="873637" cy="859765"/>
            <a:chOff x="1150050" y="2021757"/>
            <a:chExt cx="873637" cy="859765"/>
          </a:xfrm>
        </p:grpSpPr>
        <p:sp>
          <p:nvSpPr>
            <p:cNvPr id="29" name="Right Arrow 5">
              <a:extLst>
                <a:ext uri="{FF2B5EF4-FFF2-40B4-BE49-F238E27FC236}">
                  <a16:creationId xmlns:a16="http://schemas.microsoft.com/office/drawing/2014/main" id="{C8C1619D-C36E-7CCE-FDBB-38C0D50E3C73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6EF9F0-2A45-DAC2-BCDD-63E54C3CDD61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A71FF2D-A893-557D-DADE-10CED6082760}"/>
              </a:ext>
            </a:extLst>
          </p:cNvPr>
          <p:cNvGrpSpPr/>
          <p:nvPr/>
        </p:nvGrpSpPr>
        <p:grpSpPr>
          <a:xfrm>
            <a:off x="3026607" y="2091783"/>
            <a:ext cx="1191801" cy="879813"/>
            <a:chOff x="1988619" y="2875666"/>
            <a:chExt cx="1191801" cy="879813"/>
          </a:xfrm>
        </p:grpSpPr>
        <p:sp>
          <p:nvSpPr>
            <p:cNvPr id="32" name="Right Arrow 5">
              <a:extLst>
                <a:ext uri="{FF2B5EF4-FFF2-40B4-BE49-F238E27FC236}">
                  <a16:creationId xmlns:a16="http://schemas.microsoft.com/office/drawing/2014/main" id="{B379F8F5-BF90-186E-CA0D-9F852BEE1803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8E969F-86C2-26FC-200A-8238F547B462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3E110C-767C-9C61-4BCE-57B39B63F296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04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88F4E-3C82-9235-82BD-30C32EB0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CDA967DB-0F85-E8D3-909B-9C0EE31CEB20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DD457-8C89-4C32-1414-FA801B717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7BF8487-5FD9-D89F-6FAF-C1A70663D8AC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EBB78C-993D-FDD8-4174-3D315811432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D6D769-4562-9FAB-1A20-866D157B0F7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9AF1531-BE44-F530-3836-B5B0CBA539EE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22B5AC3-95F7-D039-9A6B-2A03F706318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68EEB2F-43D5-C521-87E7-BB3F6F795935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A0BE98E-03B1-2783-A5AD-AECA0D6F8B3F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2379117-FC08-7DD5-A6D2-8D4CB108B6D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7268403-A242-A546-BA91-0BF9D12602B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ECB94D-F99E-13DC-BADB-9B2BBBBD9AAD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1E57AA7-AEE8-BE6C-6140-731CFEFEEDC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6D1D0D57-260C-0870-CC7B-D3FAF3192A9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7AB60EF-1439-CFBC-0376-ED60A49E73EC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875D518-DD4B-5E33-EFC8-866BD24A40A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F10C159-E1D2-FCD4-3EC0-93686FC7BC6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FA91CAAE-174C-E802-4635-A3663DDA0151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3C81123-60D4-551D-E512-81EB9F1FC6AB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929A93A-6B1A-FB6E-0C90-840465352ED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91C6930-1F81-AF21-9BDC-835974032F7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970C7B5-BF48-5E31-FAEA-A3924684D0F2}"/>
              </a:ext>
            </a:extLst>
          </p:cNvPr>
          <p:cNvCxnSpPr>
            <a:stCxn id="50" idx="3"/>
            <a:endCxn id="57" idx="1"/>
          </p:cNvCxnSpPr>
          <p:nvPr/>
        </p:nvCxnSpPr>
        <p:spPr>
          <a:xfrm flipV="1">
            <a:off x="4718554" y="3261461"/>
            <a:ext cx="282810" cy="83846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48A0420-FB54-DFD2-9090-973E652C4CE7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84903432-37E7-DC35-0C41-3AB88C5BDE5F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5A0F0E-51F0-363B-C880-E56B26B44A5A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BF9203-612D-3B61-1476-C36DEEDAC84B}"/>
              </a:ext>
            </a:extLst>
          </p:cNvPr>
          <p:cNvSpPr txBox="1"/>
          <p:nvPr/>
        </p:nvSpPr>
        <p:spPr>
          <a:xfrm>
            <a:off x="1061814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odd_tail</a:t>
            </a:r>
            <a:endParaRPr lang="en-S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3FBBA2-9651-59C6-90CE-B1E9F08B9311}"/>
              </a:ext>
            </a:extLst>
          </p:cNvPr>
          <p:cNvGrpSpPr/>
          <p:nvPr/>
        </p:nvGrpSpPr>
        <p:grpSpPr>
          <a:xfrm>
            <a:off x="3187428" y="2112637"/>
            <a:ext cx="873637" cy="859765"/>
            <a:chOff x="1150050" y="2021757"/>
            <a:chExt cx="873637" cy="859765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1D75AF71-5036-D8BB-ABBC-D2963A37C733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658F8DC-2ADD-36B6-8DE6-8E7538805E5C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D25CB3-1576-ACF2-9B6B-DAD49D70094A}"/>
              </a:ext>
            </a:extLst>
          </p:cNvPr>
          <p:cNvSpPr/>
          <p:nvPr/>
        </p:nvSpPr>
        <p:spPr>
          <a:xfrm>
            <a:off x="8763000" y="5008462"/>
            <a:ext cx="2743200" cy="5541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3657C0-5529-F649-67B3-36C0166E73A2}"/>
              </a:ext>
            </a:extLst>
          </p:cNvPr>
          <p:cNvGrpSpPr/>
          <p:nvPr/>
        </p:nvGrpSpPr>
        <p:grpSpPr>
          <a:xfrm>
            <a:off x="3912460" y="2112637"/>
            <a:ext cx="1191801" cy="879813"/>
            <a:chOff x="1988619" y="2875666"/>
            <a:chExt cx="1191801" cy="879813"/>
          </a:xfrm>
        </p:grpSpPr>
        <p:sp>
          <p:nvSpPr>
            <p:cNvPr id="20" name="Right Arrow 5">
              <a:extLst>
                <a:ext uri="{FF2B5EF4-FFF2-40B4-BE49-F238E27FC236}">
                  <a16:creationId xmlns:a16="http://schemas.microsoft.com/office/drawing/2014/main" id="{A17C566B-981D-BC04-295F-DF4C79618A41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1093121-E0A4-554C-DDA2-0BF395AE1FA3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B486D7-9D8D-9DB6-8160-D96FEBD3E592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E3C729-4D57-1471-6D84-F48E418DD9E4}"/>
              </a:ext>
            </a:extLst>
          </p:cNvPr>
          <p:cNvGrpSpPr/>
          <p:nvPr/>
        </p:nvGrpSpPr>
        <p:grpSpPr>
          <a:xfrm>
            <a:off x="3071305" y="4500081"/>
            <a:ext cx="1189521" cy="891268"/>
            <a:chOff x="3021155" y="3608638"/>
            <a:chExt cx="1189521" cy="891268"/>
          </a:xfrm>
        </p:grpSpPr>
        <p:sp>
          <p:nvSpPr>
            <p:cNvPr id="27" name="Right Arrow 5">
              <a:extLst>
                <a:ext uri="{FF2B5EF4-FFF2-40B4-BE49-F238E27FC236}">
                  <a16:creationId xmlns:a16="http://schemas.microsoft.com/office/drawing/2014/main" id="{B259FDDC-C82F-1EC8-98E2-5B858C3A3258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AEE1006-3628-0F9D-AE76-99D6AA2AD12E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sp>
        <p:nvSpPr>
          <p:cNvPr id="36" name="Right Arrow 5">
            <a:extLst>
              <a:ext uri="{FF2B5EF4-FFF2-40B4-BE49-F238E27FC236}">
                <a16:creationId xmlns:a16="http://schemas.microsoft.com/office/drawing/2014/main" id="{21037620-331E-CE77-E097-6AE17A871E19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024C42-F04A-D449-7E8B-CD9E9CC33390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FBA9F9-56FC-D5B2-7581-2974FD36F4E3}"/>
              </a:ext>
            </a:extLst>
          </p:cNvPr>
          <p:cNvSpPr txBox="1"/>
          <p:nvPr/>
        </p:nvSpPr>
        <p:spPr>
          <a:xfrm>
            <a:off x="2034649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even_tail</a:t>
            </a:r>
            <a:endParaRPr lang="en-SG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7FBABF4-7148-76A2-1361-6162F1D5B0F6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55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D289-842E-BF53-EE47-E28925C8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41726F7C-3F1C-903B-BF17-283E6D06F2BD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D8DA0-30E1-0E60-C9AA-F7592FFD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1373E7-0599-A1B8-37F4-262C3669FA5D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AC84B1-9550-F0A5-9B9D-4E89836A98B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9397073-C0F9-3094-AB71-B6E84539006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58B9011-920C-195D-406D-9B83AE0EBDE4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E31D9C-B7C6-2053-A857-625FEA4A716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7923F54-7106-4F3B-3395-F2A0ED555819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B63DEF7-1E23-8F7E-138C-9B6EAD471465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F1FBA23-14B0-85FD-849A-DDB28DA3BB4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7E0AFCA-E94C-A86D-D697-1CAD28C7C47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F9EFAC9-1E1A-AC26-756E-6678B1832ECD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858633E-4BEC-4D76-562F-A18E016EA09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BA1174A-9AA9-772D-E53A-6FBFB3B9B91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03024BE-B4A4-22CC-1654-DB131C8AF268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48275CE-790E-AA6D-4BB6-C3657A8E009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0137C54-8F31-B0FB-E8D8-477795465D5E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449FD537-3AA5-4207-F585-B009CEFDCDD0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DF5792D-479D-080B-1711-2A16DB94DF69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1717899-0638-CCFF-DB03-152A21C21E3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77357BA-406D-D474-17DA-B026A0FA745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C58D638-B590-A9E1-78E9-65E86A5A219D}"/>
              </a:ext>
            </a:extLst>
          </p:cNvPr>
          <p:cNvCxnSpPr>
            <a:stCxn id="58" idx="3"/>
            <a:endCxn id="61" idx="1"/>
          </p:cNvCxnSpPr>
          <p:nvPr/>
        </p:nvCxnSpPr>
        <p:spPr>
          <a:xfrm>
            <a:off x="5651463" y="3258683"/>
            <a:ext cx="180567" cy="83766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Arrow 5">
            <a:extLst>
              <a:ext uri="{FF2B5EF4-FFF2-40B4-BE49-F238E27FC236}">
                <a16:creationId xmlns:a16="http://schemas.microsoft.com/office/drawing/2014/main" id="{EBD02434-EB8C-F9F1-1A88-6F928B8ACD91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7296B-2F27-DC7E-D594-72B2269B3C71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2DEEEE-F222-2527-5BB5-397B78441093}"/>
              </a:ext>
            </a:extLst>
          </p:cNvPr>
          <p:cNvGrpSpPr/>
          <p:nvPr/>
        </p:nvGrpSpPr>
        <p:grpSpPr>
          <a:xfrm>
            <a:off x="4065220" y="2131759"/>
            <a:ext cx="873637" cy="859765"/>
            <a:chOff x="1150050" y="2021757"/>
            <a:chExt cx="873637" cy="859765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04E71C2C-22B4-4765-15CA-D7C7F3FF6DDD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504BAC-21C8-2EBF-E180-5D41F9180644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A3A4E7-C72B-1269-AE27-C8D245929540}"/>
              </a:ext>
            </a:extLst>
          </p:cNvPr>
          <p:cNvSpPr/>
          <p:nvPr/>
        </p:nvSpPr>
        <p:spPr>
          <a:xfrm>
            <a:off x="8795987" y="3258684"/>
            <a:ext cx="2786413" cy="636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509083-1086-BBC6-700F-887BC5C559EC}"/>
              </a:ext>
            </a:extLst>
          </p:cNvPr>
          <p:cNvGrpSpPr/>
          <p:nvPr/>
        </p:nvGrpSpPr>
        <p:grpSpPr>
          <a:xfrm>
            <a:off x="4794337" y="1859530"/>
            <a:ext cx="1191801" cy="879813"/>
            <a:chOff x="1988619" y="2875666"/>
            <a:chExt cx="1191801" cy="879813"/>
          </a:xfrm>
        </p:grpSpPr>
        <p:sp>
          <p:nvSpPr>
            <p:cNvPr id="20" name="Right Arrow 5">
              <a:extLst>
                <a:ext uri="{FF2B5EF4-FFF2-40B4-BE49-F238E27FC236}">
                  <a16:creationId xmlns:a16="http://schemas.microsoft.com/office/drawing/2014/main" id="{73CFE70A-D5D5-4F88-7FA2-8B27714449FE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29DA8C-6092-533D-8746-AF6F2C7DAE14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1E08CD-F235-B7A8-D503-0AAB211F9E54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BCFA9400-02AF-A94E-9609-B22400547261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5581C1-4626-3A4E-C536-D39988D43181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981E33-C518-0CC7-CFE3-AD6C99C77809}"/>
              </a:ext>
            </a:extLst>
          </p:cNvPr>
          <p:cNvSpPr txBox="1"/>
          <p:nvPr/>
        </p:nvSpPr>
        <p:spPr>
          <a:xfrm>
            <a:off x="2034649" y="5269468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even_tail</a:t>
            </a:r>
            <a:endParaRPr lang="en-SG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B9E025-AF55-A3C3-38DB-F94345C10101}"/>
              </a:ext>
            </a:extLst>
          </p:cNvPr>
          <p:cNvGrpSpPr/>
          <p:nvPr/>
        </p:nvGrpSpPr>
        <p:grpSpPr>
          <a:xfrm>
            <a:off x="3071305" y="4500081"/>
            <a:ext cx="1189521" cy="891268"/>
            <a:chOff x="3021155" y="3608638"/>
            <a:chExt cx="1189521" cy="891268"/>
          </a:xfrm>
        </p:grpSpPr>
        <p:sp>
          <p:nvSpPr>
            <p:cNvPr id="26" name="Right Arrow 5">
              <a:extLst>
                <a:ext uri="{FF2B5EF4-FFF2-40B4-BE49-F238E27FC236}">
                  <a16:creationId xmlns:a16="http://schemas.microsoft.com/office/drawing/2014/main" id="{840A15C4-EE07-C55D-356D-17C5DABE063A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AA08B1-9200-2B4A-58CB-F77826D6BC5D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A235DC-C9DC-C886-2FC3-755AEBEC23A5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E5A354D-2E61-B775-7355-9DD8A75824CD}"/>
              </a:ext>
            </a:extLst>
          </p:cNvPr>
          <p:cNvGrpSpPr/>
          <p:nvPr/>
        </p:nvGrpSpPr>
        <p:grpSpPr>
          <a:xfrm>
            <a:off x="3967557" y="4489516"/>
            <a:ext cx="1189521" cy="891268"/>
            <a:chOff x="3021155" y="3608638"/>
            <a:chExt cx="1189521" cy="891268"/>
          </a:xfrm>
        </p:grpSpPr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75DA195F-9474-E210-715D-3DE09AAE8E32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6C27004-3D31-29E9-90F1-9365A6D70D7D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5A8ACD4-AB06-D59B-B165-7F4F2C6FDA76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91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F973-0D1B-BA0E-3C0B-BC974140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A0A8B579-4431-7323-0ADB-4A49BD32C74A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8AEAD-1775-2F8D-5846-F8014AF4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4FEEE2-9457-FCA4-F284-0F67AAD79C74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C4B12C-4C59-E75E-F177-C28DA2C3704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3EEB36-A046-BD87-3124-EF1D002AD11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2D03F6B-4496-DA43-08AF-AA18B04518FF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A03F1AE-8516-9EEA-4A9D-D8591C16816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E6050C-AE9E-6771-BBC7-CD33B626DCB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E253E3A-2508-8B3C-AFC8-AD915A73852D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8C664AC-0277-F861-63DB-64CA97C9623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1C4023C-9E8E-7ABB-F435-A8517476794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A5ED32C-CA8C-174B-9CBC-79F00B01E4D8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2294C51-F5C0-3B97-7367-CB1CB30ED32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653A0E4-F619-407C-73A4-279AE2004421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C1DCEBA-3D06-6F78-213F-182DD86E61A0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97329E-964C-0A78-0C43-42EF7B87F42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0216318-D373-9D81-13F7-7205196D21C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3ACAD17F-C788-D26F-DA9D-85F65FE443E8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C18DA1-F38A-00C3-43D4-4E9E077D8518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833D0A0-A89D-A126-09FF-7F4A2F072D0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757098B6-F5D0-0AB5-59F8-B41717B7E5C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E0E3D724-A5E0-3651-99B4-980149A71515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4335B-905B-E39D-D5EC-A6571EEF07B0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6AFCA2-6B9A-22CE-5980-FC45B489524E}"/>
              </a:ext>
            </a:extLst>
          </p:cNvPr>
          <p:cNvGrpSpPr/>
          <p:nvPr/>
        </p:nvGrpSpPr>
        <p:grpSpPr>
          <a:xfrm>
            <a:off x="4943937" y="1988860"/>
            <a:ext cx="873637" cy="859765"/>
            <a:chOff x="1150050" y="2021757"/>
            <a:chExt cx="873637" cy="859765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E304F441-4C34-AFF5-0A98-FF1EC0DF1163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9AA6F8E-EDFB-2D4C-0FEA-434D09197212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884234E-22B0-D6A5-BD23-5ACAEF682EF1}"/>
              </a:ext>
            </a:extLst>
          </p:cNvPr>
          <p:cNvGrpSpPr/>
          <p:nvPr/>
        </p:nvGrpSpPr>
        <p:grpSpPr>
          <a:xfrm>
            <a:off x="5696176" y="2111712"/>
            <a:ext cx="1191801" cy="879813"/>
            <a:chOff x="1988619" y="2875666"/>
            <a:chExt cx="1191801" cy="879813"/>
          </a:xfrm>
        </p:grpSpPr>
        <p:sp>
          <p:nvSpPr>
            <p:cNvPr id="20" name="Right Arrow 5">
              <a:extLst>
                <a:ext uri="{FF2B5EF4-FFF2-40B4-BE49-F238E27FC236}">
                  <a16:creationId xmlns:a16="http://schemas.microsoft.com/office/drawing/2014/main" id="{BA6C0F9F-D0FA-D602-0B9F-AB8867346B0D}"/>
                </a:ext>
              </a:extLst>
            </p:cNvPr>
            <p:cNvSpPr/>
            <p:nvPr/>
          </p:nvSpPr>
          <p:spPr>
            <a:xfrm rot="5400000">
              <a:off x="2282896" y="3351613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3527906-47A9-E61D-FD52-DA6ACCF5C758}"/>
                </a:ext>
              </a:extLst>
            </p:cNvPr>
            <p:cNvSpPr txBox="1"/>
            <p:nvPr/>
          </p:nvSpPr>
          <p:spPr>
            <a:xfrm>
              <a:off x="1988619" y="2875666"/>
              <a:ext cx="119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next_node</a:t>
              </a:r>
              <a:endParaRPr lang="en-SG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C86024-903D-7C7A-5A47-D82C26E5E9AC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BF7176AA-6E11-3D06-6C3C-5768975B0241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D4C49C-DE29-6646-4BC7-37C605EF040B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AAF3CB-8087-AC8E-3F3C-428358B5D985}"/>
              </a:ext>
            </a:extLst>
          </p:cNvPr>
          <p:cNvGrpSpPr/>
          <p:nvPr/>
        </p:nvGrpSpPr>
        <p:grpSpPr>
          <a:xfrm>
            <a:off x="3071305" y="4500081"/>
            <a:ext cx="1189521" cy="891268"/>
            <a:chOff x="3021155" y="3608638"/>
            <a:chExt cx="1189521" cy="891268"/>
          </a:xfrm>
        </p:grpSpPr>
        <p:sp>
          <p:nvSpPr>
            <p:cNvPr id="26" name="Right Arrow 5">
              <a:extLst>
                <a:ext uri="{FF2B5EF4-FFF2-40B4-BE49-F238E27FC236}">
                  <a16:creationId xmlns:a16="http://schemas.microsoft.com/office/drawing/2014/main" id="{A5FDC06E-EB28-7F25-B098-238C7B7C61A9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FF829C0-25EC-58B5-DA35-1BB80DA4F08F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6E1D52A-F8E8-817E-F54D-595C6734BAFD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C1E114-297F-8E76-A0B6-258DE56D2461}"/>
              </a:ext>
            </a:extLst>
          </p:cNvPr>
          <p:cNvGrpSpPr/>
          <p:nvPr/>
        </p:nvGrpSpPr>
        <p:grpSpPr>
          <a:xfrm>
            <a:off x="3967557" y="4489516"/>
            <a:ext cx="1189521" cy="891268"/>
            <a:chOff x="3021155" y="3608638"/>
            <a:chExt cx="1189521" cy="891268"/>
          </a:xfrm>
        </p:grpSpPr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14058F90-5116-B8F4-53C0-6EEE992470D7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4F3C410-1922-1612-9DED-4E978DE396FE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9A5621-7E4F-4C52-8621-A46EDE82E6BA}"/>
              </a:ext>
            </a:extLst>
          </p:cNvPr>
          <p:cNvSpPr/>
          <p:nvPr/>
        </p:nvSpPr>
        <p:spPr>
          <a:xfrm>
            <a:off x="8763000" y="5008462"/>
            <a:ext cx="2743200" cy="55413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3D8204-6F3A-F2CE-43EE-8A77B059BF86}"/>
              </a:ext>
            </a:extLst>
          </p:cNvPr>
          <p:cNvCxnSpPr>
            <a:cxnSpLocks/>
            <a:stCxn id="46" idx="3"/>
            <a:endCxn id="57" idx="1"/>
          </p:cNvCxnSpPr>
          <p:nvPr/>
        </p:nvCxnSpPr>
        <p:spPr>
          <a:xfrm>
            <a:off x="3874269" y="3258683"/>
            <a:ext cx="1127095" cy="2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497234-FF95-B73D-B763-4CBF6E456802}"/>
              </a:ext>
            </a:extLst>
          </p:cNvPr>
          <p:cNvGrpSpPr/>
          <p:nvPr/>
        </p:nvGrpSpPr>
        <p:grpSpPr>
          <a:xfrm>
            <a:off x="4884808" y="4497348"/>
            <a:ext cx="1189521" cy="891268"/>
            <a:chOff x="3021155" y="3608638"/>
            <a:chExt cx="1189521" cy="891268"/>
          </a:xfrm>
        </p:grpSpPr>
        <p:sp>
          <p:nvSpPr>
            <p:cNvPr id="18" name="Right Arrow 5">
              <a:extLst>
                <a:ext uri="{FF2B5EF4-FFF2-40B4-BE49-F238E27FC236}">
                  <a16:creationId xmlns:a16="http://schemas.microsoft.com/office/drawing/2014/main" id="{4950CB4D-8F31-4BA4-D6A1-D2F8BFB5A3F5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A912C0-F760-7E0A-D485-5B7481D99436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09EF1D-D2D2-1960-3935-9D62909E6142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10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706A-44A6-3005-589A-A82E9C4A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E137D0FA-4226-E836-AF22-6B49775F2A3F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A8E55-C42F-1C03-1109-133C80FF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2A6ABC-B888-62D0-F7DD-18185CAB6FB4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E9353E-863B-EAE0-BB79-FC826F6B199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4F9C2A3-D807-A95D-BABD-B6CD210B92D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FE1C90-1BA1-4110-C23E-248F11226F07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CDFC586-457E-E760-358A-9D5395854DC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6D2A6D3-D307-A587-FF05-ADA5C9FF965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8DB7D71-259C-0BED-16D6-DF7F45CC35A7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C0564E2-BA00-4B06-D8E3-0D9D5F8768B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E037941-C3D8-7C0A-7CC1-986021FFA06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8051386-4FD0-DB4F-AE71-1CBD3DD244C6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8715882-4AA0-97A9-3AC4-20AF1207364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27360B-692A-B341-C021-9C004B0DE713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8DACA5B-3BD7-812A-2BD8-570E9D65683E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1E16D7E-2EDA-6644-4FCB-B3FB82B338B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E9419C8-B38C-85E7-285A-CFCA4C90A5E1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7E953398-F7BC-6FEF-E653-ED7737BCB49C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5F9D31F-1842-2CD6-81A1-0FA7AB881400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B81C4EA-8ED3-5B96-8727-B72C7657FCB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7D9FA17-8389-6CD5-5A81-A7DA686E12B9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90F416A6-64C9-5EA6-A4E9-9368B8CF9F98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5F09CB-F1E1-AC6E-5B8D-FA4BDDC71E79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B57A14-797D-1205-B6A5-36F8D4912360}"/>
              </a:ext>
            </a:extLst>
          </p:cNvPr>
          <p:cNvGrpSpPr/>
          <p:nvPr/>
        </p:nvGrpSpPr>
        <p:grpSpPr>
          <a:xfrm>
            <a:off x="5743072" y="2049914"/>
            <a:ext cx="873637" cy="859765"/>
            <a:chOff x="1150050" y="2021757"/>
            <a:chExt cx="873637" cy="859765"/>
          </a:xfrm>
        </p:grpSpPr>
        <p:sp>
          <p:nvSpPr>
            <p:cNvPr id="14" name="Right Arrow 5">
              <a:extLst>
                <a:ext uri="{FF2B5EF4-FFF2-40B4-BE49-F238E27FC236}">
                  <a16:creationId xmlns:a16="http://schemas.microsoft.com/office/drawing/2014/main" id="{73F663C1-A245-ADA8-7397-EF15BF275FBD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3EDE4C5-2070-A009-74A4-136E7F947193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23CCED0-ADE6-A157-757C-0B8A9FEE9931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BEF5D1D6-4868-AAC7-8578-6F01F5DA8D27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585DBB-9EA0-598E-2CEE-C32C111EA9DA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4E32A9-04E4-C74B-9DC8-55E95694C752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58E85F1-311E-8C92-A6CE-9C8313952A95}"/>
              </a:ext>
            </a:extLst>
          </p:cNvPr>
          <p:cNvGrpSpPr/>
          <p:nvPr/>
        </p:nvGrpSpPr>
        <p:grpSpPr>
          <a:xfrm>
            <a:off x="3967557" y="4489516"/>
            <a:ext cx="1189521" cy="891268"/>
            <a:chOff x="3021155" y="3608638"/>
            <a:chExt cx="1189521" cy="891268"/>
          </a:xfrm>
        </p:grpSpPr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E0B7E4B3-1D80-F9B2-D27C-B7B50EEB5BC6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E1F3AAE-E525-BEA8-2B2D-B0639AE8FC70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9F8466-CEAD-8B1E-F932-83EF3B3570D4}"/>
              </a:ext>
            </a:extLst>
          </p:cNvPr>
          <p:cNvSpPr/>
          <p:nvPr/>
        </p:nvSpPr>
        <p:spPr>
          <a:xfrm>
            <a:off x="8305800" y="1438146"/>
            <a:ext cx="2895600" cy="3144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CE1F4A-471E-80B0-B3C5-4E6AEE395DC3}"/>
              </a:ext>
            </a:extLst>
          </p:cNvPr>
          <p:cNvCxnSpPr>
            <a:cxnSpLocks/>
            <a:stCxn id="46" idx="3"/>
            <a:endCxn id="57" idx="1"/>
          </p:cNvCxnSpPr>
          <p:nvPr/>
        </p:nvCxnSpPr>
        <p:spPr>
          <a:xfrm>
            <a:off x="3874269" y="3258683"/>
            <a:ext cx="1127095" cy="2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4B5862-B5DB-633D-5050-A4DE59CE5ACC}"/>
              </a:ext>
            </a:extLst>
          </p:cNvPr>
          <p:cNvGrpSpPr/>
          <p:nvPr/>
        </p:nvGrpSpPr>
        <p:grpSpPr>
          <a:xfrm>
            <a:off x="4884808" y="4497348"/>
            <a:ext cx="1189521" cy="891268"/>
            <a:chOff x="3021155" y="3608638"/>
            <a:chExt cx="1189521" cy="891268"/>
          </a:xfrm>
        </p:grpSpPr>
        <p:sp>
          <p:nvSpPr>
            <p:cNvPr id="18" name="Right Arrow 5">
              <a:extLst>
                <a:ext uri="{FF2B5EF4-FFF2-40B4-BE49-F238E27FC236}">
                  <a16:creationId xmlns:a16="http://schemas.microsoft.com/office/drawing/2014/main" id="{79AE0A1A-0BAA-F562-37BC-511914F6C89E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5A691-A9C2-2E63-3E13-AFCC9F15D654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74433E-F214-749C-675C-B77497039FD1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766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6CD5-7B4F-1DB5-9B27-38194B4B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90">
            <a:extLst>
              <a:ext uri="{FF2B5EF4-FFF2-40B4-BE49-F238E27FC236}">
                <a16:creationId xmlns:a16="http://schemas.microsoft.com/office/drawing/2014/main" id="{3F542547-3B7B-4755-D72B-35A2DE475CD4}"/>
              </a:ext>
            </a:extLst>
          </p:cNvPr>
          <p:cNvSpPr/>
          <p:nvPr/>
        </p:nvSpPr>
        <p:spPr>
          <a:xfrm>
            <a:off x="7004683" y="204991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%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A307B-C696-EDEF-D637-AC05E8D2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17CD4EA-0EA4-D21A-5DC6-EAEA4BB906E6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E27BF3-78DB-0F6C-C27A-3DCB73FA010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57F530-ABCD-6D30-4155-6B857F7CFBBB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45472F-B226-FD74-B43F-FBF6FB051315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675C429-B829-6A3C-A041-B2614162BD8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77BCCFF-80F7-E6E2-5A39-D4297C882936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C53999-FA45-D1F0-A349-2D07A4A3AE0D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85DF95D-E533-352F-0FD6-3AD62B1C7E7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017B86A-D72B-FD50-39A4-B4E239B0D1F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15D25A4-6802-C0A3-AF74-77CFAB16A2C2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45EF3C8-5F70-C979-3613-851D65BA5D91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EAA63DE-CCED-BDE0-ADA4-C3181157B22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4772873-DC3C-1F50-1AA9-7430AA0BC428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8BC6838-54B2-C4E3-1219-A9CBAE5F5CC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119160F-F6C3-B553-005D-D114EDBF092C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D4A701E5-B975-BD07-E2E0-8D8F87D75030}"/>
              </a:ext>
            </a:extLst>
          </p:cNvPr>
          <p:cNvSpPr/>
          <p:nvPr/>
        </p:nvSpPr>
        <p:spPr>
          <a:xfrm>
            <a:off x="7449867" y="117660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next_node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current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F13460A-9EF0-B619-ED89-C0F3BE389312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5EEBBED-809C-4C22-DD2B-F86C58193A5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375B1D-B2C9-6BAE-F7B0-96FF76A70E69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6DC1E224-3C97-AF14-0F6B-629D01D79A7C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629F95-C1CE-FBF7-80C7-63A6D8FCB2B1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45ABAF-D125-DE05-5BA3-98E2E6472331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98CC8D40-D07B-682B-0470-0A373A8A4586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AEEE2F-50A5-1E57-2F94-FA5EEFB7AF27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76C145-49E8-DA51-A0D3-C16EC01F2E67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5D123C5-FFD9-B9B7-2B7B-EB1C35159881}"/>
              </a:ext>
            </a:extLst>
          </p:cNvPr>
          <p:cNvGrpSpPr/>
          <p:nvPr/>
        </p:nvGrpSpPr>
        <p:grpSpPr>
          <a:xfrm>
            <a:off x="3967557" y="4489516"/>
            <a:ext cx="1189521" cy="891268"/>
            <a:chOff x="3021155" y="3608638"/>
            <a:chExt cx="1189521" cy="891268"/>
          </a:xfrm>
        </p:grpSpPr>
        <p:sp>
          <p:nvSpPr>
            <p:cNvPr id="41" name="Right Arrow 5">
              <a:extLst>
                <a:ext uri="{FF2B5EF4-FFF2-40B4-BE49-F238E27FC236}">
                  <a16:creationId xmlns:a16="http://schemas.microsoft.com/office/drawing/2014/main" id="{713EEC80-E39E-181D-AB25-6E8848112F3F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C3C65D-41CE-E0FD-4C14-C616CB3683D2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547A29-FE94-8E80-2659-07B40A4A6EF1}"/>
              </a:ext>
            </a:extLst>
          </p:cNvPr>
          <p:cNvCxnSpPr>
            <a:cxnSpLocks/>
            <a:stCxn id="46" idx="3"/>
            <a:endCxn id="57" idx="1"/>
          </p:cNvCxnSpPr>
          <p:nvPr/>
        </p:nvCxnSpPr>
        <p:spPr>
          <a:xfrm>
            <a:off x="3874269" y="3258683"/>
            <a:ext cx="1127095" cy="2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FE5799-19CB-EA93-B0C1-5A47659C13B2}"/>
              </a:ext>
            </a:extLst>
          </p:cNvPr>
          <p:cNvGrpSpPr/>
          <p:nvPr/>
        </p:nvGrpSpPr>
        <p:grpSpPr>
          <a:xfrm>
            <a:off x="4884808" y="4497348"/>
            <a:ext cx="1189521" cy="891268"/>
            <a:chOff x="3021155" y="3608638"/>
            <a:chExt cx="1189521" cy="891268"/>
          </a:xfrm>
        </p:grpSpPr>
        <p:sp>
          <p:nvSpPr>
            <p:cNvPr id="18" name="Right Arrow 5">
              <a:extLst>
                <a:ext uri="{FF2B5EF4-FFF2-40B4-BE49-F238E27FC236}">
                  <a16:creationId xmlns:a16="http://schemas.microsoft.com/office/drawing/2014/main" id="{5E19BC10-6FAF-5FCE-F39F-5103F11C13A0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33A042-9C27-66EA-E733-4531AB3ECDA7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690E3F-4354-AF3C-58F9-25D498061341}"/>
              </a:ext>
            </a:extLst>
          </p:cNvPr>
          <p:cNvSpPr/>
          <p:nvPr/>
        </p:nvSpPr>
        <p:spPr>
          <a:xfrm>
            <a:off x="8795987" y="3258684"/>
            <a:ext cx="2786413" cy="63665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19D562C-5456-AD64-D8D1-E37BF9D37F5A}"/>
              </a:ext>
            </a:extLst>
          </p:cNvPr>
          <p:cNvGrpSpPr/>
          <p:nvPr/>
        </p:nvGrpSpPr>
        <p:grpSpPr>
          <a:xfrm>
            <a:off x="5716374" y="4506232"/>
            <a:ext cx="1189521" cy="891268"/>
            <a:chOff x="3021155" y="3608638"/>
            <a:chExt cx="1189521" cy="891268"/>
          </a:xfrm>
        </p:grpSpPr>
        <p:sp>
          <p:nvSpPr>
            <p:cNvPr id="13" name="Right Arrow 5">
              <a:extLst>
                <a:ext uri="{FF2B5EF4-FFF2-40B4-BE49-F238E27FC236}">
                  <a16:creationId xmlns:a16="http://schemas.microsoft.com/office/drawing/2014/main" id="{39CC4F31-B83E-6FC7-601A-688F721AC338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380F084-1634-F0E6-6413-B90B84DC7359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098C34-A628-71CD-2B4B-1E9735602472}"/>
              </a:ext>
            </a:extLst>
          </p:cNvPr>
          <p:cNvCxnSpPr>
            <a:cxnSpLocks/>
            <a:stCxn id="50" idx="3"/>
            <a:endCxn id="61" idx="1"/>
          </p:cNvCxnSpPr>
          <p:nvPr/>
        </p:nvCxnSpPr>
        <p:spPr>
          <a:xfrm flipV="1">
            <a:off x="4718554" y="4096350"/>
            <a:ext cx="1113476" cy="35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BE596D6-10FB-1344-C750-7506F1077259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ACF0D4-7932-6119-5616-6459DD092FEA}"/>
              </a:ext>
            </a:extLst>
          </p:cNvPr>
          <p:cNvGrpSpPr/>
          <p:nvPr/>
        </p:nvGrpSpPr>
        <p:grpSpPr>
          <a:xfrm>
            <a:off x="5743072" y="2049914"/>
            <a:ext cx="873637" cy="859765"/>
            <a:chOff x="1150050" y="2021757"/>
            <a:chExt cx="873637" cy="859765"/>
          </a:xfrm>
        </p:grpSpPr>
        <p:sp>
          <p:nvSpPr>
            <p:cNvPr id="34" name="Right Arrow 5">
              <a:extLst>
                <a:ext uri="{FF2B5EF4-FFF2-40B4-BE49-F238E27FC236}">
                  <a16:creationId xmlns:a16="http://schemas.microsoft.com/office/drawing/2014/main" id="{D71D98A2-6052-CDA6-5D06-F17CE9CE54FD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8973BA-4554-4C91-AB51-A377BCD6BE7E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27462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81357-0F8B-75F2-4130-F44CD440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B8FB-EB0A-B987-5C68-578BE38D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09121D2-7337-D106-7E0B-A484842137E4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E412A6-9A11-67C7-9295-B36306B0E6F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DDAA59-E925-D9B4-95E5-098925C77A50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B116081-76FB-F608-08FE-4F83981FAF9F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7455E8A-A6EB-E67C-2E32-AF69524E6B5E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918233E-9676-11BD-D832-9CC7E22F8D8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6A300C7-0AD5-2AD5-2B3A-2296C30FFE35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6F525A4-F18B-A7E2-7309-0FE42D93A3A3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7202032-D46E-4944-03D5-3E13CF108CFD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1DA14C-1BC2-2936-76ED-A37B453A6E93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290D7D4-CD2A-81E2-F114-99C1C4447F2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617D347-2538-7156-3129-535F794E5F88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9B63300-D006-B4B1-9F31-61E3BA7BEF4F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C5F58E1-FEDB-7312-F540-81C92F30659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7E29B42-31A1-E3D4-C7E3-FEF391F6D55B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7F6DAE1-2302-3A28-612E-F1D52BCA3063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2F4F875-C76D-6DCE-BE72-544727F975E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285C7D05-FC65-CC5F-2849-0E9DEA057235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CAA93FA0-10CE-4887-23FE-0FF6FD1169E8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C0B06-FB8B-635C-3223-A4E3A5FF81B6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2F9EE9-3B15-22EA-7CDF-E4B7E4BE3932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5AF64231-EF84-5B08-D92D-BED4CE6B34BB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EC9A9-5E1F-B2A7-9433-B0C103C8CBDF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3FFBBBE-4668-43A6-413A-563A23639387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0FFB8-2276-338C-6E45-379B8DC735C1}"/>
              </a:ext>
            </a:extLst>
          </p:cNvPr>
          <p:cNvCxnSpPr>
            <a:cxnSpLocks/>
            <a:stCxn id="46" idx="3"/>
            <a:endCxn id="57" idx="1"/>
          </p:cNvCxnSpPr>
          <p:nvPr/>
        </p:nvCxnSpPr>
        <p:spPr>
          <a:xfrm>
            <a:off x="3874269" y="3258683"/>
            <a:ext cx="1127095" cy="2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61B91BD-445F-2E85-1920-32C6E1CFDDDD}"/>
              </a:ext>
            </a:extLst>
          </p:cNvPr>
          <p:cNvGrpSpPr/>
          <p:nvPr/>
        </p:nvGrpSpPr>
        <p:grpSpPr>
          <a:xfrm>
            <a:off x="5716374" y="4506232"/>
            <a:ext cx="1189521" cy="891268"/>
            <a:chOff x="3021155" y="3608638"/>
            <a:chExt cx="1189521" cy="891268"/>
          </a:xfrm>
        </p:grpSpPr>
        <p:sp>
          <p:nvSpPr>
            <p:cNvPr id="13" name="Right Arrow 5">
              <a:extLst>
                <a:ext uri="{FF2B5EF4-FFF2-40B4-BE49-F238E27FC236}">
                  <a16:creationId xmlns:a16="http://schemas.microsoft.com/office/drawing/2014/main" id="{B6743227-58C5-D633-85F0-F53EAF024B09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CF2760-8D33-E550-E379-057034F1F573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D5498E-7895-9120-DAFB-2444B1973BDE}"/>
              </a:ext>
            </a:extLst>
          </p:cNvPr>
          <p:cNvCxnSpPr>
            <a:cxnSpLocks/>
            <a:stCxn id="50" idx="3"/>
            <a:endCxn id="61" idx="1"/>
          </p:cNvCxnSpPr>
          <p:nvPr/>
        </p:nvCxnSpPr>
        <p:spPr>
          <a:xfrm flipV="1">
            <a:off x="4718554" y="4096350"/>
            <a:ext cx="1113476" cy="35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465F999-9A44-DA42-C095-6E8BD9E14E25}"/>
              </a:ext>
            </a:extLst>
          </p:cNvPr>
          <p:cNvSpPr/>
          <p:nvPr/>
        </p:nvSpPr>
        <p:spPr>
          <a:xfrm>
            <a:off x="8019371" y="1536174"/>
            <a:ext cx="41668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No evens, only odds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No odds, only evens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Connect even list to odd list</a:t>
            </a:r>
          </a:p>
          <a:p>
            <a:endParaRPr lang="en-US" sz="16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 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Ensure list ends properly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92079B-65AC-CA0D-D185-A5175AFB193C}"/>
              </a:ext>
            </a:extLst>
          </p:cNvPr>
          <p:cNvSpPr/>
          <p:nvPr/>
        </p:nvSpPr>
        <p:spPr>
          <a:xfrm>
            <a:off x="8032284" y="3456700"/>
            <a:ext cx="3684326" cy="6459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23D540B-728C-604A-ED90-93891D4B9C08}"/>
              </a:ext>
            </a:extLst>
          </p:cNvPr>
          <p:cNvCxnSpPr>
            <a:cxnSpLocks/>
          </p:cNvCxnSpPr>
          <p:nvPr/>
        </p:nvCxnSpPr>
        <p:spPr>
          <a:xfrm flipV="1">
            <a:off x="6152692" y="3910680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41D82D20-F7A7-4D0D-FB79-CA991097C8C1}"/>
              </a:ext>
            </a:extLst>
          </p:cNvPr>
          <p:cNvCxnSpPr>
            <a:stCxn id="62" idx="3"/>
            <a:endCxn id="96" idx="1"/>
          </p:cNvCxnSpPr>
          <p:nvPr/>
        </p:nvCxnSpPr>
        <p:spPr>
          <a:xfrm flipH="1" flipV="1">
            <a:off x="1256059" y="3262845"/>
            <a:ext cx="5226070" cy="830727"/>
          </a:xfrm>
          <a:prstGeom prst="curvedConnector5">
            <a:avLst>
              <a:gd name="adj1" fmla="val -4374"/>
              <a:gd name="adj2" fmla="val 50167"/>
              <a:gd name="adj3" fmla="val 10437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476686-7B61-4794-6D85-A89A2C5DE7C4}"/>
              </a:ext>
            </a:extLst>
          </p:cNvPr>
          <p:cNvGrpSpPr/>
          <p:nvPr/>
        </p:nvGrpSpPr>
        <p:grpSpPr>
          <a:xfrm>
            <a:off x="4884808" y="4497348"/>
            <a:ext cx="1189521" cy="891268"/>
            <a:chOff x="3021155" y="3608638"/>
            <a:chExt cx="1189521" cy="891268"/>
          </a:xfrm>
        </p:grpSpPr>
        <p:sp>
          <p:nvSpPr>
            <p:cNvPr id="36" name="Right Arrow 5">
              <a:extLst>
                <a:ext uri="{FF2B5EF4-FFF2-40B4-BE49-F238E27FC236}">
                  <a16:creationId xmlns:a16="http://schemas.microsoft.com/office/drawing/2014/main" id="{DFAAABAF-6CAB-C88D-2384-664780217192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8ECE65-68F0-A750-3DC8-C503D1FAA13B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89897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8018-4D87-5403-F17C-A9840D00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71F9-723C-8881-6011-0DDDC7B14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Q01 – Answer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90B244-B0AA-A672-22C0-E7298AFAFBF0}"/>
              </a:ext>
            </a:extLst>
          </p:cNvPr>
          <p:cNvGrpSpPr/>
          <p:nvPr/>
        </p:nvGrpSpPr>
        <p:grpSpPr>
          <a:xfrm>
            <a:off x="2178946" y="3909888"/>
            <a:ext cx="650099" cy="396468"/>
            <a:chOff x="2358889" y="2253878"/>
            <a:chExt cx="650099" cy="3964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8F2D67-FF40-5638-E409-2B6E8E38124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C9DAC1-D37C-28D2-EB2F-1C95A6066C15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94E317-D120-7850-A56F-5B996249DCD9}"/>
              </a:ext>
            </a:extLst>
          </p:cNvPr>
          <p:cNvGrpSpPr/>
          <p:nvPr/>
        </p:nvGrpSpPr>
        <p:grpSpPr>
          <a:xfrm>
            <a:off x="3224170" y="3060449"/>
            <a:ext cx="650099" cy="396468"/>
            <a:chOff x="2358889" y="2253878"/>
            <a:chExt cx="650099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9008B10-9ECA-97D2-1418-0E3D8EABEB4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3D5363A-7446-11CD-30D2-79F4416513E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2A15A9B-39E4-D291-03C6-04E3BC233EC3}"/>
              </a:ext>
            </a:extLst>
          </p:cNvPr>
          <p:cNvGrpSpPr/>
          <p:nvPr/>
        </p:nvGrpSpPr>
        <p:grpSpPr>
          <a:xfrm>
            <a:off x="4068455" y="3901688"/>
            <a:ext cx="650099" cy="396468"/>
            <a:chOff x="2358889" y="2253878"/>
            <a:chExt cx="650099" cy="39646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12419A6-252A-4453-8829-9B679BBF706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FE70A8D-D6F5-AB3C-198C-B077C7A7EAA2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F5C4D3B-C8E9-D967-C43C-B5F70449D91A}"/>
              </a:ext>
            </a:extLst>
          </p:cNvPr>
          <p:cNvGrpSpPr/>
          <p:nvPr/>
        </p:nvGrpSpPr>
        <p:grpSpPr>
          <a:xfrm>
            <a:off x="5001364" y="3060449"/>
            <a:ext cx="650099" cy="396468"/>
            <a:chOff x="2358889" y="2253878"/>
            <a:chExt cx="650099" cy="39646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56FBA76-4CC2-2A63-E633-1C29E98DA6C9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888240C-067B-DF5E-0365-424B29380F2F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D41A9A5-901A-CF56-DEDF-D412FB0DEB98}"/>
              </a:ext>
            </a:extLst>
          </p:cNvPr>
          <p:cNvGrpSpPr/>
          <p:nvPr/>
        </p:nvGrpSpPr>
        <p:grpSpPr>
          <a:xfrm>
            <a:off x="5832030" y="3895338"/>
            <a:ext cx="650099" cy="396468"/>
            <a:chOff x="2358889" y="2253878"/>
            <a:chExt cx="650099" cy="39646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15AD038-9631-BC7B-92AA-923CB879413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2BCDE71-96D2-D055-9AAC-4A2E59C71EA7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B678C053-3910-B582-37EA-AD963E16B1BF}"/>
              </a:ext>
            </a:extLst>
          </p:cNvPr>
          <p:cNvGrpSpPr/>
          <p:nvPr/>
        </p:nvGrpSpPr>
        <p:grpSpPr>
          <a:xfrm>
            <a:off x="1256059" y="3061833"/>
            <a:ext cx="650099" cy="396468"/>
            <a:chOff x="2358889" y="2253878"/>
            <a:chExt cx="650099" cy="396468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39062E7-3370-6871-E6E5-F97294EA7A47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04C25D5-8890-915B-22A4-2EE7B082266E}"/>
                </a:ext>
              </a:extLst>
            </p:cNvPr>
            <p:cNvSpPr/>
            <p:nvPr/>
          </p:nvSpPr>
          <p:spPr>
            <a:xfrm>
              <a:off x="2667001" y="2253878"/>
              <a:ext cx="341987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sp>
        <p:nvSpPr>
          <p:cNvPr id="11" name="Right Arrow 5">
            <a:extLst>
              <a:ext uri="{FF2B5EF4-FFF2-40B4-BE49-F238E27FC236}">
                <a16:creationId xmlns:a16="http://schemas.microsoft.com/office/drawing/2014/main" id="{A6CC83B2-B548-9594-C820-BCACF4FDBBE1}"/>
              </a:ext>
            </a:extLst>
          </p:cNvPr>
          <p:cNvSpPr/>
          <p:nvPr/>
        </p:nvSpPr>
        <p:spPr>
          <a:xfrm rot="16200000">
            <a:off x="1304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C3581-16C9-767B-4AFB-0EA68932987D}"/>
              </a:ext>
            </a:extLst>
          </p:cNvPr>
          <p:cNvSpPr txBox="1"/>
          <p:nvPr/>
        </p:nvSpPr>
        <p:spPr>
          <a:xfrm>
            <a:off x="1011485" y="5019284"/>
            <a:ext cx="118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odd_head</a:t>
            </a:r>
            <a:endParaRPr lang="en-SG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D8B8651-8BF2-145F-7A53-4E82A25D9FFB}"/>
              </a:ext>
            </a:extLst>
          </p:cNvPr>
          <p:cNvCxnSpPr>
            <a:cxnSpLocks/>
            <a:stCxn id="97" idx="3"/>
            <a:endCxn id="45" idx="1"/>
          </p:cNvCxnSpPr>
          <p:nvPr/>
        </p:nvCxnSpPr>
        <p:spPr>
          <a:xfrm>
            <a:off x="1906158" y="3260067"/>
            <a:ext cx="1318012" cy="13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ight Arrow 5">
            <a:extLst>
              <a:ext uri="{FF2B5EF4-FFF2-40B4-BE49-F238E27FC236}">
                <a16:creationId xmlns:a16="http://schemas.microsoft.com/office/drawing/2014/main" id="{91F27D23-1F66-3AFA-4DBF-1C88168F4332}"/>
              </a:ext>
            </a:extLst>
          </p:cNvPr>
          <p:cNvSpPr/>
          <p:nvPr/>
        </p:nvSpPr>
        <p:spPr>
          <a:xfrm rot="16200000">
            <a:off x="2302623" y="4618745"/>
            <a:ext cx="516379" cy="2913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60A57B-C46F-563E-12E3-8FEAB27DBBC5}"/>
              </a:ext>
            </a:extLst>
          </p:cNvPr>
          <p:cNvSpPr txBox="1"/>
          <p:nvPr/>
        </p:nvSpPr>
        <p:spPr>
          <a:xfrm>
            <a:off x="2009485" y="5019284"/>
            <a:ext cx="123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even_head</a:t>
            </a:r>
            <a:endParaRPr lang="en-SG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9054E08-D42A-05B0-9868-14BE60C048F7}"/>
              </a:ext>
            </a:extLst>
          </p:cNvPr>
          <p:cNvCxnSpPr>
            <a:cxnSpLocks/>
            <a:stCxn id="7" idx="3"/>
            <a:endCxn id="49" idx="1"/>
          </p:cNvCxnSpPr>
          <p:nvPr/>
        </p:nvCxnSpPr>
        <p:spPr>
          <a:xfrm flipV="1">
            <a:off x="2829045" y="4102700"/>
            <a:ext cx="1239410" cy="542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B3FAB5-F7DE-8872-5E2C-05417C4F37C4}"/>
              </a:ext>
            </a:extLst>
          </p:cNvPr>
          <p:cNvCxnSpPr>
            <a:cxnSpLocks/>
            <a:stCxn id="46" idx="3"/>
            <a:endCxn id="57" idx="1"/>
          </p:cNvCxnSpPr>
          <p:nvPr/>
        </p:nvCxnSpPr>
        <p:spPr>
          <a:xfrm>
            <a:off x="3874269" y="3258683"/>
            <a:ext cx="1127095" cy="27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5C8BB663-1338-3995-C764-065ABC88456C}"/>
              </a:ext>
            </a:extLst>
          </p:cNvPr>
          <p:cNvGrpSpPr/>
          <p:nvPr/>
        </p:nvGrpSpPr>
        <p:grpSpPr>
          <a:xfrm>
            <a:off x="5716374" y="4506232"/>
            <a:ext cx="1189521" cy="891268"/>
            <a:chOff x="3021155" y="3608638"/>
            <a:chExt cx="1189521" cy="891268"/>
          </a:xfrm>
        </p:grpSpPr>
        <p:sp>
          <p:nvSpPr>
            <p:cNvPr id="13" name="Right Arrow 5">
              <a:extLst>
                <a:ext uri="{FF2B5EF4-FFF2-40B4-BE49-F238E27FC236}">
                  <a16:creationId xmlns:a16="http://schemas.microsoft.com/office/drawing/2014/main" id="{981E4DFE-5547-3B30-CCEA-3E28B30F86FF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76136E9-3334-E83B-7CAD-58D29F4CBEE8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even_tail</a:t>
              </a:r>
              <a:endParaRPr lang="en-SG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7F8A43-818E-A5D4-53BD-CF838088E09E}"/>
              </a:ext>
            </a:extLst>
          </p:cNvPr>
          <p:cNvCxnSpPr>
            <a:cxnSpLocks/>
            <a:stCxn id="50" idx="3"/>
            <a:endCxn id="61" idx="1"/>
          </p:cNvCxnSpPr>
          <p:nvPr/>
        </p:nvCxnSpPr>
        <p:spPr>
          <a:xfrm flipV="1">
            <a:off x="4718554" y="4096350"/>
            <a:ext cx="1113476" cy="357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E268E74-24AE-1D18-2499-7E82AD5E10A7}"/>
              </a:ext>
            </a:extLst>
          </p:cNvPr>
          <p:cNvSpPr/>
          <p:nvPr/>
        </p:nvSpPr>
        <p:spPr>
          <a:xfrm>
            <a:off x="8019371" y="1536174"/>
            <a:ext cx="416681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No evens, only odds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No odds, only evens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odd_head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Connect even list to odd list</a:t>
            </a:r>
          </a:p>
          <a:p>
            <a:endParaRPr lang="en-US" sz="16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odd_tail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None  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# Ensure list ends properly</a:t>
            </a: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even_head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08B72A-756C-EF87-3CE8-DD5EA6A17E5D}"/>
              </a:ext>
            </a:extLst>
          </p:cNvPr>
          <p:cNvSpPr/>
          <p:nvPr/>
        </p:nvSpPr>
        <p:spPr>
          <a:xfrm>
            <a:off x="7988128" y="4183232"/>
            <a:ext cx="4026313" cy="64599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C53BCD-1BB7-75AB-2ED5-162E9D8AB644}"/>
              </a:ext>
            </a:extLst>
          </p:cNvPr>
          <p:cNvCxnSpPr>
            <a:cxnSpLocks/>
          </p:cNvCxnSpPr>
          <p:nvPr/>
        </p:nvCxnSpPr>
        <p:spPr>
          <a:xfrm flipV="1">
            <a:off x="5320639" y="3070826"/>
            <a:ext cx="316884" cy="3784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BAF1F0FE-AE2C-DBF9-FC19-A7F6FFA60806}"/>
              </a:ext>
            </a:extLst>
          </p:cNvPr>
          <p:cNvCxnSpPr>
            <a:stCxn id="62" idx="3"/>
            <a:endCxn id="96" idx="1"/>
          </p:cNvCxnSpPr>
          <p:nvPr/>
        </p:nvCxnSpPr>
        <p:spPr>
          <a:xfrm flipH="1" flipV="1">
            <a:off x="1256059" y="3262845"/>
            <a:ext cx="5226070" cy="830727"/>
          </a:xfrm>
          <a:prstGeom prst="curvedConnector5">
            <a:avLst>
              <a:gd name="adj1" fmla="val -4374"/>
              <a:gd name="adj2" fmla="val 50167"/>
              <a:gd name="adj3" fmla="val 10437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8663F82-3691-DABE-E509-1D2BCDBFBAD5}"/>
              </a:ext>
            </a:extLst>
          </p:cNvPr>
          <p:cNvGrpSpPr/>
          <p:nvPr/>
        </p:nvGrpSpPr>
        <p:grpSpPr>
          <a:xfrm>
            <a:off x="4884808" y="4497348"/>
            <a:ext cx="1189521" cy="891268"/>
            <a:chOff x="3021155" y="3608638"/>
            <a:chExt cx="1189521" cy="891268"/>
          </a:xfrm>
        </p:grpSpPr>
        <p:sp>
          <p:nvSpPr>
            <p:cNvPr id="36" name="Right Arrow 5">
              <a:extLst>
                <a:ext uri="{FF2B5EF4-FFF2-40B4-BE49-F238E27FC236}">
                  <a16:creationId xmlns:a16="http://schemas.microsoft.com/office/drawing/2014/main" id="{E519E859-F279-BD12-348A-FACF652914C3}"/>
                </a:ext>
              </a:extLst>
            </p:cNvPr>
            <p:cNvSpPr/>
            <p:nvPr/>
          </p:nvSpPr>
          <p:spPr>
            <a:xfrm rot="16200000">
              <a:off x="3255845" y="3721151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0AC16E-5BA7-A431-576A-369130453721}"/>
                </a:ext>
              </a:extLst>
            </p:cNvPr>
            <p:cNvSpPr txBox="1"/>
            <p:nvPr/>
          </p:nvSpPr>
          <p:spPr>
            <a:xfrm>
              <a:off x="3021155" y="4130574"/>
              <a:ext cx="1189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odd_tail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16392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2057400"/>
            <a:ext cx="9601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Write the function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removeNode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 using the LinkedList structure defined in the lecture materials. The function should remove a node at the specified index from the linked list.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definition is as follows: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removeNode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index):</a:t>
            </a:r>
          </a:p>
        </p:txBody>
      </p:sp>
    </p:spTree>
    <p:extLst>
      <p:ext uri="{BB962C8B-B14F-4D97-AF65-F5344CB8AC3E}">
        <p14:creationId xmlns:p14="http://schemas.microsoft.com/office/powerpoint/2010/main" val="94617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036A-8D78-7AED-E94C-8AF36074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C8D5EE8-9854-02F0-0563-0B6099594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</a:t>
            </a:r>
            <a:r>
              <a:rPr lang="en-SG" dirty="0"/>
              <a:t>–</a:t>
            </a:r>
            <a:r>
              <a:rPr lang="en-US" dirty="0"/>
              <a:t> Answer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37B2E6-E962-BA1E-35BF-48B15B149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012" y="917994"/>
            <a:ext cx="3529325" cy="52375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1BB12F-D234-F389-A4E1-5C2DB4C18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934652"/>
            <a:ext cx="3406290" cy="52375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FDE3B2B-6AE6-3598-9F38-A5789FC932F2}"/>
              </a:ext>
            </a:extLst>
          </p:cNvPr>
          <p:cNvSpPr/>
          <p:nvPr/>
        </p:nvSpPr>
        <p:spPr>
          <a:xfrm>
            <a:off x="5633685" y="879565"/>
            <a:ext cx="228600" cy="228600"/>
          </a:xfrm>
          <a:prstGeom prst="rect">
            <a:avLst/>
          </a:prstGeom>
          <a:solidFill>
            <a:srgbClr val="FF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344702-B800-E263-417D-575FF11F6DBC}"/>
              </a:ext>
            </a:extLst>
          </p:cNvPr>
          <p:cNvSpPr/>
          <p:nvPr/>
        </p:nvSpPr>
        <p:spPr>
          <a:xfrm>
            <a:off x="5733833" y="2094411"/>
            <a:ext cx="228600" cy="228600"/>
          </a:xfrm>
          <a:prstGeom prst="rect">
            <a:avLst/>
          </a:prstGeom>
          <a:solidFill>
            <a:srgbClr val="FF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A744B-678A-D364-3E80-50CF30D203B5}"/>
              </a:ext>
            </a:extLst>
          </p:cNvPr>
          <p:cNvSpPr/>
          <p:nvPr/>
        </p:nvSpPr>
        <p:spPr>
          <a:xfrm>
            <a:off x="5733833" y="2447437"/>
            <a:ext cx="228600" cy="228600"/>
          </a:xfrm>
          <a:prstGeom prst="rect">
            <a:avLst/>
          </a:prstGeom>
          <a:solidFill>
            <a:srgbClr val="FF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9062E0-5DFD-6EA8-3F9D-AC226BF113C0}"/>
              </a:ext>
            </a:extLst>
          </p:cNvPr>
          <p:cNvSpPr/>
          <p:nvPr/>
        </p:nvSpPr>
        <p:spPr>
          <a:xfrm>
            <a:off x="6273765" y="3140097"/>
            <a:ext cx="228600" cy="228600"/>
          </a:xfrm>
          <a:prstGeom prst="rect">
            <a:avLst/>
          </a:prstGeom>
          <a:solidFill>
            <a:srgbClr val="FF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084460-ED7E-6268-2A90-BBA51B341F9D}"/>
              </a:ext>
            </a:extLst>
          </p:cNvPr>
          <p:cNvSpPr/>
          <p:nvPr/>
        </p:nvSpPr>
        <p:spPr>
          <a:xfrm>
            <a:off x="5376783" y="5731226"/>
            <a:ext cx="228600" cy="228600"/>
          </a:xfrm>
          <a:prstGeom prst="rect">
            <a:avLst/>
          </a:prstGeom>
          <a:solidFill>
            <a:srgbClr val="FF0000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FA8085-BB86-AA7A-C351-833BA5F364DA}"/>
              </a:ext>
            </a:extLst>
          </p:cNvPr>
          <p:cNvSpPr/>
          <p:nvPr/>
        </p:nvSpPr>
        <p:spPr>
          <a:xfrm>
            <a:off x="4473090" y="3460568"/>
            <a:ext cx="729522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C68A8C-4FFD-39AD-FB91-C17C9B2AC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6628" y="3613880"/>
            <a:ext cx="2410161" cy="247685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4C0B11A7-E93B-413E-7D17-87242D6F29B3}"/>
              </a:ext>
            </a:extLst>
          </p:cNvPr>
          <p:cNvSpPr/>
          <p:nvPr/>
        </p:nvSpPr>
        <p:spPr>
          <a:xfrm rot="5400000">
            <a:off x="10399368" y="3154420"/>
            <a:ext cx="51716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F12A5D-2A88-62BF-B45F-8DB5C3CE0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720636"/>
            <a:ext cx="2590800" cy="20334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7B457E-6F95-D11E-F2D6-B4AD80457F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4662" y="718881"/>
            <a:ext cx="2419987" cy="1991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A9A7564-393B-E3DF-E927-2358932DB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5055" y="2761825"/>
            <a:ext cx="2324424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95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720840"/>
            <a:ext cx="9906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Write a function split() that copies the contents of a linked list into two other linked lists.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prototype is given below: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 split(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ll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should copy nodes with even indices (0, 2, 4, etc.) to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evenList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and nodes with odd indices (1, 3, 5, etc.) to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oddList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The original linked list should remain unmodified.</a:t>
            </a:r>
          </a:p>
        </p:txBody>
      </p:sp>
    </p:spTree>
    <p:extLst>
      <p:ext uri="{BB962C8B-B14F-4D97-AF65-F5344CB8AC3E}">
        <p14:creationId xmlns:p14="http://schemas.microsoft.com/office/powerpoint/2010/main" val="211958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03EE-383D-349F-9CA5-2A51E6C1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A6FFF08-00C7-C910-D64E-BFC77E332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</a:t>
            </a:r>
            <a:r>
              <a:rPr lang="en-SG" dirty="0"/>
              <a:t>–</a:t>
            </a:r>
            <a:r>
              <a:rPr lang="en-US" dirty="0"/>
              <a:t> Answer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2CB0E1-B7E2-FCD5-60AC-30393A2F0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993" y="1028311"/>
            <a:ext cx="6487430" cy="489653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51C9CB-30A4-98A1-4584-6215C31949FD}"/>
              </a:ext>
            </a:extLst>
          </p:cNvPr>
          <p:cNvGrpSpPr/>
          <p:nvPr/>
        </p:nvGrpSpPr>
        <p:grpSpPr>
          <a:xfrm>
            <a:off x="940439" y="2074802"/>
            <a:ext cx="762000" cy="557842"/>
            <a:chOff x="2438399" y="2185358"/>
            <a:chExt cx="762000" cy="55784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683B76B-8F45-EC1C-B688-16F5BF40D9E3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F729BD-CD50-1988-EE6C-67B928E42FA3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233055-95C2-F42B-7030-D498D821969B}"/>
              </a:ext>
            </a:extLst>
          </p:cNvPr>
          <p:cNvGrpSpPr/>
          <p:nvPr/>
        </p:nvGrpSpPr>
        <p:grpSpPr>
          <a:xfrm>
            <a:off x="1955509" y="2291144"/>
            <a:ext cx="470831" cy="367167"/>
            <a:chOff x="2358889" y="2253878"/>
            <a:chExt cx="470831" cy="3964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D49711-DC8D-4772-950B-0B3408C6CA0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8153E4-3ED3-AFB5-EC2F-D55E2F427C45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7BDC80-788C-1D10-CFBC-B4C314685C82}"/>
              </a:ext>
            </a:extLst>
          </p:cNvPr>
          <p:cNvCxnSpPr>
            <a:stCxn id="5" idx="6"/>
            <a:endCxn id="8" idx="1"/>
          </p:cNvCxnSpPr>
          <p:nvPr/>
        </p:nvCxnSpPr>
        <p:spPr>
          <a:xfrm flipV="1">
            <a:off x="1473839" y="2477300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51FD71-97BE-34F6-EF7A-40CB9F52D2DD}"/>
              </a:ext>
            </a:extLst>
          </p:cNvPr>
          <p:cNvGrpSpPr/>
          <p:nvPr/>
        </p:nvGrpSpPr>
        <p:grpSpPr>
          <a:xfrm>
            <a:off x="2682720" y="2293716"/>
            <a:ext cx="470831" cy="367167"/>
            <a:chOff x="2358889" y="2253878"/>
            <a:chExt cx="470831" cy="3964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AB35CD-3DD2-C9AD-427A-11F1459AEC0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131EA2-C18B-3523-CE4D-5F0EDF6A2DB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0CB22B-F6D3-12C9-894A-48BB7FC58976}"/>
              </a:ext>
            </a:extLst>
          </p:cNvPr>
          <p:cNvGrpSpPr/>
          <p:nvPr/>
        </p:nvGrpSpPr>
        <p:grpSpPr>
          <a:xfrm>
            <a:off x="3414080" y="2291144"/>
            <a:ext cx="470831" cy="367167"/>
            <a:chOff x="2358889" y="2253878"/>
            <a:chExt cx="470831" cy="3964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FA93D0-1803-3EED-03AC-5CD647B8F1A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48784DB-C70C-69E6-29F8-03EBE5BBF49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8D98E2-D949-4637-847E-64D836B37134}"/>
              </a:ext>
            </a:extLst>
          </p:cNvPr>
          <p:cNvGrpSpPr/>
          <p:nvPr/>
        </p:nvGrpSpPr>
        <p:grpSpPr>
          <a:xfrm>
            <a:off x="4145440" y="2288572"/>
            <a:ext cx="470831" cy="367167"/>
            <a:chOff x="2358889" y="2253878"/>
            <a:chExt cx="470831" cy="39646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089ACE-D546-E633-6EAC-BE0612F2922A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D5EB2F4-706F-B8D6-BE04-4255C08EB11E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F04DE04-55C7-DCA2-CA92-1AAA2806F4D2}"/>
              </a:ext>
            </a:extLst>
          </p:cNvPr>
          <p:cNvGrpSpPr/>
          <p:nvPr/>
        </p:nvGrpSpPr>
        <p:grpSpPr>
          <a:xfrm>
            <a:off x="4876800" y="2286000"/>
            <a:ext cx="470831" cy="367167"/>
            <a:chOff x="2358889" y="2253878"/>
            <a:chExt cx="470831" cy="39646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F952D44-9BAF-A085-7AAE-041F02CE9034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AC77D4F-DDE8-1B8C-5711-86F8469114F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DEDA20-744F-3D73-F9FF-44B8733B9B32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426340" y="2474728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C15061-F095-83A5-CCF3-0AF4A64FDFB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153551" y="2477300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99CC58-51AC-6E9C-DF46-6A7EF8E64E64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3884911" y="2474728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E78D91-6AD4-B695-FFA4-61847446A375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4616271" y="2472156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DC2D08A-F05E-6263-56E9-8526A733BB44}"/>
              </a:ext>
            </a:extLst>
          </p:cNvPr>
          <p:cNvGrpSpPr/>
          <p:nvPr/>
        </p:nvGrpSpPr>
        <p:grpSpPr>
          <a:xfrm>
            <a:off x="1798197" y="1258085"/>
            <a:ext cx="873637" cy="859765"/>
            <a:chOff x="1150050" y="2021757"/>
            <a:chExt cx="873637" cy="859765"/>
          </a:xfrm>
        </p:grpSpPr>
        <p:sp>
          <p:nvSpPr>
            <p:cNvPr id="29" name="Right Arrow 5">
              <a:extLst>
                <a:ext uri="{FF2B5EF4-FFF2-40B4-BE49-F238E27FC236}">
                  <a16:creationId xmlns:a16="http://schemas.microsoft.com/office/drawing/2014/main" id="{C88603F6-3D5A-51B2-C8DB-A2EAFB5E9254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371CB31-3922-79D5-7343-0931271A541F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A07563-DE6B-3EB7-DE3A-90809A734578}"/>
              </a:ext>
            </a:extLst>
          </p:cNvPr>
          <p:cNvGrpSpPr/>
          <p:nvPr/>
        </p:nvGrpSpPr>
        <p:grpSpPr>
          <a:xfrm>
            <a:off x="940439" y="3631816"/>
            <a:ext cx="762000" cy="557842"/>
            <a:chOff x="2438399" y="2185358"/>
            <a:chExt cx="762000" cy="557842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2A48302-F9D1-F62B-6E09-0FAE8B17B6E2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237570-E1CD-C322-F3F1-6E349B7E34D0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2D5949C-0E05-74C6-7782-7998B68BEC46}"/>
              </a:ext>
            </a:extLst>
          </p:cNvPr>
          <p:cNvGrpSpPr/>
          <p:nvPr/>
        </p:nvGrpSpPr>
        <p:grpSpPr>
          <a:xfrm>
            <a:off x="1955509" y="3848158"/>
            <a:ext cx="470831" cy="367167"/>
            <a:chOff x="2358889" y="2253878"/>
            <a:chExt cx="470831" cy="39646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218F01-160D-C1AF-3695-7170281DC9C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7334CED-C8B4-6ED2-0404-B6A3465FB49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9257B2-39BD-398F-363D-C0B5E45805BA}"/>
              </a:ext>
            </a:extLst>
          </p:cNvPr>
          <p:cNvCxnSpPr>
            <a:stCxn id="32" idx="6"/>
            <a:endCxn id="35" idx="1"/>
          </p:cNvCxnSpPr>
          <p:nvPr/>
        </p:nvCxnSpPr>
        <p:spPr>
          <a:xfrm flipV="1">
            <a:off x="1473839" y="4034314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DA8761F-3CC2-74CF-2002-27263EDD197F}"/>
              </a:ext>
            </a:extLst>
          </p:cNvPr>
          <p:cNvGrpSpPr/>
          <p:nvPr/>
        </p:nvGrpSpPr>
        <p:grpSpPr>
          <a:xfrm>
            <a:off x="2682720" y="3850730"/>
            <a:ext cx="470831" cy="367167"/>
            <a:chOff x="2358889" y="2253878"/>
            <a:chExt cx="470831" cy="3964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182ABA-4874-A7E4-8F7E-BB918185687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4F2372-6B6D-8522-E651-BF0985B9007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8A07C2-25B0-E8EF-F15E-92FEF3E94486}"/>
              </a:ext>
            </a:extLst>
          </p:cNvPr>
          <p:cNvGrpSpPr/>
          <p:nvPr/>
        </p:nvGrpSpPr>
        <p:grpSpPr>
          <a:xfrm>
            <a:off x="3414080" y="3848158"/>
            <a:ext cx="470831" cy="367167"/>
            <a:chOff x="2358889" y="2253878"/>
            <a:chExt cx="470831" cy="39646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4C265D9-71B8-5AF8-B83D-71A3B289477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FBFFEB6-2FBC-ADFD-EC06-17DF77879C0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3BE70C-CAF1-450B-CC31-BB848871C0BD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2426340" y="4031742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BED541E-89F8-1AC5-5F7B-8D88ADD0B1CB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3153551" y="4034314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7DD6459-55C3-BB93-E875-F497210D07E5}"/>
              </a:ext>
            </a:extLst>
          </p:cNvPr>
          <p:cNvGrpSpPr/>
          <p:nvPr/>
        </p:nvGrpSpPr>
        <p:grpSpPr>
          <a:xfrm>
            <a:off x="940439" y="4985322"/>
            <a:ext cx="762000" cy="557842"/>
            <a:chOff x="2438399" y="2185358"/>
            <a:chExt cx="762000" cy="55784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39C4454-0287-4052-FF54-3C856159B51E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B72A34F-F3AC-9694-B0FE-E85EABCF1F43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139D496-85B5-646D-F86B-94A0133FE152}"/>
              </a:ext>
            </a:extLst>
          </p:cNvPr>
          <p:cNvGrpSpPr/>
          <p:nvPr/>
        </p:nvGrpSpPr>
        <p:grpSpPr>
          <a:xfrm>
            <a:off x="1955509" y="5201664"/>
            <a:ext cx="470831" cy="367167"/>
            <a:chOff x="2358889" y="2253878"/>
            <a:chExt cx="470831" cy="39646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C9976B7-924B-5A28-4DA7-42267DD7F90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2ECE7B9-CFAC-A536-3F63-52305EDAF25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732C537-28F7-859E-9ECA-BEBA2517FDE0}"/>
              </a:ext>
            </a:extLst>
          </p:cNvPr>
          <p:cNvCxnSpPr>
            <a:stCxn id="55" idx="6"/>
            <a:endCxn id="58" idx="1"/>
          </p:cNvCxnSpPr>
          <p:nvPr/>
        </p:nvCxnSpPr>
        <p:spPr>
          <a:xfrm flipV="1">
            <a:off x="1473839" y="5387820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7B26AA2-75AF-72AD-4688-1B318A1892B1}"/>
              </a:ext>
            </a:extLst>
          </p:cNvPr>
          <p:cNvGrpSpPr/>
          <p:nvPr/>
        </p:nvGrpSpPr>
        <p:grpSpPr>
          <a:xfrm>
            <a:off x="2682720" y="5204236"/>
            <a:ext cx="470831" cy="367167"/>
            <a:chOff x="2358889" y="2253878"/>
            <a:chExt cx="470831" cy="396468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10C16CA-2330-04FB-7BBD-42E895BDCD3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19B74AC-0A68-CC63-2010-1253AC42E21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45066" name="Straight Arrow Connector 45065">
            <a:extLst>
              <a:ext uri="{FF2B5EF4-FFF2-40B4-BE49-F238E27FC236}">
                <a16:creationId xmlns:a16="http://schemas.microsoft.com/office/drawing/2014/main" id="{D0B7F859-0E99-813E-05A3-C2EE740DE192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>
            <a:off x="2426340" y="5385248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070" name="TextBox 45069">
            <a:extLst>
              <a:ext uri="{FF2B5EF4-FFF2-40B4-BE49-F238E27FC236}">
                <a16:creationId xmlns:a16="http://schemas.microsoft.com/office/drawing/2014/main" id="{D1CDFAC8-12DA-B394-692B-2AD69DC236E2}"/>
              </a:ext>
            </a:extLst>
          </p:cNvPr>
          <p:cNvSpPr txBox="1"/>
          <p:nvPr/>
        </p:nvSpPr>
        <p:spPr>
          <a:xfrm>
            <a:off x="996879" y="3169912"/>
            <a:ext cx="1685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even_list</a:t>
            </a:r>
            <a:endParaRPr lang="en-SG" u="sng" dirty="0"/>
          </a:p>
        </p:txBody>
      </p:sp>
      <p:sp>
        <p:nvSpPr>
          <p:cNvPr id="45071" name="TextBox 45070">
            <a:extLst>
              <a:ext uri="{FF2B5EF4-FFF2-40B4-BE49-F238E27FC236}">
                <a16:creationId xmlns:a16="http://schemas.microsoft.com/office/drawing/2014/main" id="{8A1B795C-B7A4-C625-0AAC-563075288917}"/>
              </a:ext>
            </a:extLst>
          </p:cNvPr>
          <p:cNvSpPr txBox="1"/>
          <p:nvPr/>
        </p:nvSpPr>
        <p:spPr>
          <a:xfrm>
            <a:off x="985993" y="4586354"/>
            <a:ext cx="1685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err="1"/>
              <a:t>odd_list</a:t>
            </a:r>
            <a:endParaRPr lang="en-SG" u="sng" dirty="0"/>
          </a:p>
        </p:txBody>
      </p:sp>
      <p:sp>
        <p:nvSpPr>
          <p:cNvPr id="45072" name="Rectangle: Rounded Corners 45071">
            <a:extLst>
              <a:ext uri="{FF2B5EF4-FFF2-40B4-BE49-F238E27FC236}">
                <a16:creationId xmlns:a16="http://schemas.microsoft.com/office/drawing/2014/main" id="{B88B3B2D-F4A6-8FF4-A3ED-DA6ACFA2EE2B}"/>
              </a:ext>
            </a:extLst>
          </p:cNvPr>
          <p:cNvSpPr/>
          <p:nvPr/>
        </p:nvSpPr>
        <p:spPr>
          <a:xfrm>
            <a:off x="5903416" y="1238643"/>
            <a:ext cx="4490388" cy="203795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073" name="Rectangle: Rounded Corners 45072">
            <a:extLst>
              <a:ext uri="{FF2B5EF4-FFF2-40B4-BE49-F238E27FC236}">
                <a16:creationId xmlns:a16="http://schemas.microsoft.com/office/drawing/2014/main" id="{8B8E6C23-1F2E-C215-705F-9F83ECB703B8}"/>
              </a:ext>
            </a:extLst>
          </p:cNvPr>
          <p:cNvSpPr/>
          <p:nvPr/>
        </p:nvSpPr>
        <p:spPr>
          <a:xfrm>
            <a:off x="5951454" y="3400697"/>
            <a:ext cx="5935746" cy="20379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4855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0.06198 -4.81481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98 -4.81481E-6 L 0.11667 -4.81481E-6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7 -4.81481E-6 L 0.17917 -4.81481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-4.81481E-6 L 0.23542 -4.81481E-6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0" grpId="0"/>
      <p:bldP spid="45071" grpId="0"/>
      <p:bldP spid="45072" grpId="0" animBg="1"/>
      <p:bldP spid="45072" grpId="1" animBg="1"/>
      <p:bldP spid="45073" grpId="0" animBg="1"/>
      <p:bldP spid="4507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1609-DF7E-6EDF-E1C4-84E26E58B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2834EDB-5751-79B2-3426-822B4FD7C4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4480B5-6AB7-0C00-B70B-28AA110CF551}"/>
              </a:ext>
            </a:extLst>
          </p:cNvPr>
          <p:cNvSpPr/>
          <p:nvPr/>
        </p:nvSpPr>
        <p:spPr>
          <a:xfrm>
            <a:off x="1295400" y="1600200"/>
            <a:ext cx="9601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Write a function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duplicateReverse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() 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that creates a duplicate of a linked list with the nodes stored in reverse.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prototype is given below: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duplicateReverse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ll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function should return a new LinkedList object containing the reversed duplicate of the input linked list. If the input list is empty, return an empty LinkedList.</a:t>
            </a:r>
          </a:p>
        </p:txBody>
      </p:sp>
    </p:spTree>
    <p:extLst>
      <p:ext uri="{BB962C8B-B14F-4D97-AF65-F5344CB8AC3E}">
        <p14:creationId xmlns:p14="http://schemas.microsoft.com/office/powerpoint/2010/main" val="1433138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</a:t>
            </a:r>
            <a:r>
              <a:rPr lang="en-SG" dirty="0"/>
              <a:t>–</a:t>
            </a:r>
            <a:r>
              <a:rPr lang="en-US" dirty="0"/>
              <a:t> Answer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42C95-D4EF-8B4E-FD3E-D3E8216F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66682"/>
            <a:ext cx="5734850" cy="312463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73E1DB-B375-0F2C-60D5-C42F2D13CB10}"/>
              </a:ext>
            </a:extLst>
          </p:cNvPr>
          <p:cNvGrpSpPr/>
          <p:nvPr/>
        </p:nvGrpSpPr>
        <p:grpSpPr>
          <a:xfrm>
            <a:off x="940439" y="2074802"/>
            <a:ext cx="762000" cy="557842"/>
            <a:chOff x="2438399" y="2185358"/>
            <a:chExt cx="762000" cy="55784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8854D47-1E41-31EE-34C8-CE45CB98C0B1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E6923BB-BECE-0015-610F-F66E4A3035FB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F624F73-EF29-A0F1-A5EE-183B4155A095}"/>
              </a:ext>
            </a:extLst>
          </p:cNvPr>
          <p:cNvGrpSpPr/>
          <p:nvPr/>
        </p:nvGrpSpPr>
        <p:grpSpPr>
          <a:xfrm>
            <a:off x="1955509" y="2291144"/>
            <a:ext cx="470831" cy="367167"/>
            <a:chOff x="2358889" y="2253878"/>
            <a:chExt cx="470831" cy="3964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C2B8D2-2F14-9F49-B238-0428E35D201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32014-87F3-EE28-6EAF-D1B931307E43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8B87EE-67DF-8263-8BDB-B1CC4EABCAA6}"/>
              </a:ext>
            </a:extLst>
          </p:cNvPr>
          <p:cNvCxnSpPr>
            <a:stCxn id="5" idx="6"/>
            <a:endCxn id="8" idx="1"/>
          </p:cNvCxnSpPr>
          <p:nvPr/>
        </p:nvCxnSpPr>
        <p:spPr>
          <a:xfrm flipV="1">
            <a:off x="1473839" y="2477300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8E350E-F330-B8F0-DAF0-FE59138F40E2}"/>
              </a:ext>
            </a:extLst>
          </p:cNvPr>
          <p:cNvGrpSpPr/>
          <p:nvPr/>
        </p:nvGrpSpPr>
        <p:grpSpPr>
          <a:xfrm>
            <a:off x="2682720" y="2293716"/>
            <a:ext cx="470831" cy="367167"/>
            <a:chOff x="2358889" y="2253878"/>
            <a:chExt cx="470831" cy="39646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D47082-D318-25FD-1849-15822A4AB7E8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171520-7986-003F-FCC0-C247B310CA4D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DDE3B9-7358-0AAF-702B-8796967B2AF8}"/>
              </a:ext>
            </a:extLst>
          </p:cNvPr>
          <p:cNvGrpSpPr/>
          <p:nvPr/>
        </p:nvGrpSpPr>
        <p:grpSpPr>
          <a:xfrm>
            <a:off x="3414080" y="2291144"/>
            <a:ext cx="470831" cy="367167"/>
            <a:chOff x="2358889" y="2253878"/>
            <a:chExt cx="470831" cy="39646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746D9FB-1A09-772E-80AC-AA85FE79D8E2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F2FB7FB-224D-8657-DA49-9DD4DECB66A6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6430435-AAB6-ABC5-28DC-63F09BF68B59}"/>
              </a:ext>
            </a:extLst>
          </p:cNvPr>
          <p:cNvGrpSpPr/>
          <p:nvPr/>
        </p:nvGrpSpPr>
        <p:grpSpPr>
          <a:xfrm>
            <a:off x="4145440" y="2288572"/>
            <a:ext cx="470831" cy="367167"/>
            <a:chOff x="2358889" y="2253878"/>
            <a:chExt cx="470831" cy="39646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B6E294-9F0A-01D1-63A8-9C7427EE054B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7AFAA6-7059-FCAD-CD93-F62E74D23210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F02FB3-08F5-936E-0104-8E05AE719472}"/>
              </a:ext>
            </a:extLst>
          </p:cNvPr>
          <p:cNvGrpSpPr/>
          <p:nvPr/>
        </p:nvGrpSpPr>
        <p:grpSpPr>
          <a:xfrm>
            <a:off x="4876800" y="2286000"/>
            <a:ext cx="470831" cy="367167"/>
            <a:chOff x="2358889" y="2253878"/>
            <a:chExt cx="470831" cy="39646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4303A1-5884-75EB-2ECC-E785206CBB0F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E8ECA9C-0732-5E70-F8D8-E9F2E386016B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31D0CD-3A84-6BCD-65BA-57CF0F64CDC5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426340" y="2474728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A5997D-ABF6-F02C-91EC-5B30DACA2021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153551" y="2477300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02577B-AEA8-E633-57B2-52694A7D61C6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3884911" y="2474728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C98949-5E6F-9105-C1FE-4704254A60FD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4616271" y="2472156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15C4D25-180C-439E-ADCC-36929F846433}"/>
              </a:ext>
            </a:extLst>
          </p:cNvPr>
          <p:cNvGrpSpPr/>
          <p:nvPr/>
        </p:nvGrpSpPr>
        <p:grpSpPr>
          <a:xfrm>
            <a:off x="940439" y="4193875"/>
            <a:ext cx="762000" cy="557842"/>
            <a:chOff x="2438399" y="2185358"/>
            <a:chExt cx="762000" cy="55784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7B1E606-15CF-A5AC-2D9D-C26B8C3F3B4D}"/>
                </a:ext>
              </a:extLst>
            </p:cNvPr>
            <p:cNvSpPr/>
            <p:nvPr/>
          </p:nvSpPr>
          <p:spPr>
            <a:xfrm>
              <a:off x="2666999" y="2438400"/>
              <a:ext cx="304800" cy="3048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C3FC2E6-1E58-48BA-E3AD-5C3C20FE1F05}"/>
                </a:ext>
              </a:extLst>
            </p:cNvPr>
            <p:cNvSpPr/>
            <p:nvPr/>
          </p:nvSpPr>
          <p:spPr>
            <a:xfrm>
              <a:off x="2438399" y="2185358"/>
              <a:ext cx="762000" cy="2286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dirty="0">
                  <a:solidFill>
                    <a:schemeClr val="tx1"/>
                  </a:solidFill>
                </a:rPr>
                <a:t>head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62DAC3-803B-06BB-EE1F-7C44980053BD}"/>
              </a:ext>
            </a:extLst>
          </p:cNvPr>
          <p:cNvGrpSpPr/>
          <p:nvPr/>
        </p:nvGrpSpPr>
        <p:grpSpPr>
          <a:xfrm>
            <a:off x="1955509" y="4410217"/>
            <a:ext cx="470831" cy="367167"/>
            <a:chOff x="2358889" y="2253878"/>
            <a:chExt cx="470831" cy="396468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FC9796-661A-DFCB-5BCB-FCD4CC934DE6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0200E21-D6BC-4C69-756F-54F83ED8DE02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51F8B40-2D53-0BC7-94C7-1C36DB302967}"/>
              </a:ext>
            </a:extLst>
          </p:cNvPr>
          <p:cNvCxnSpPr>
            <a:stCxn id="29" idx="6"/>
            <a:endCxn id="32" idx="1"/>
          </p:cNvCxnSpPr>
          <p:nvPr/>
        </p:nvCxnSpPr>
        <p:spPr>
          <a:xfrm flipV="1">
            <a:off x="1473839" y="4596373"/>
            <a:ext cx="481670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92DB801-EB9A-B379-94D8-5FC0B06C1CA3}"/>
              </a:ext>
            </a:extLst>
          </p:cNvPr>
          <p:cNvGrpSpPr/>
          <p:nvPr/>
        </p:nvGrpSpPr>
        <p:grpSpPr>
          <a:xfrm>
            <a:off x="2682720" y="4412789"/>
            <a:ext cx="470831" cy="367167"/>
            <a:chOff x="2358889" y="2253878"/>
            <a:chExt cx="470831" cy="39646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74D221-DE8D-0B38-6E3B-33DFCDAFA2C5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7EED1C8-2B23-2A38-5B82-08CCC7FE59E4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D83168-4B43-9BDA-9F41-BB463F5EEBCD}"/>
              </a:ext>
            </a:extLst>
          </p:cNvPr>
          <p:cNvGrpSpPr/>
          <p:nvPr/>
        </p:nvGrpSpPr>
        <p:grpSpPr>
          <a:xfrm>
            <a:off x="3414080" y="4410217"/>
            <a:ext cx="470831" cy="367167"/>
            <a:chOff x="2358889" y="2253878"/>
            <a:chExt cx="470831" cy="39646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BF2469E-5A1E-B380-C80D-4511076B94BD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D30908A-09DD-7BB6-6006-3C73A9DFD8C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807F73-9B9F-8299-3FE2-E71869740A74}"/>
              </a:ext>
            </a:extLst>
          </p:cNvPr>
          <p:cNvGrpSpPr/>
          <p:nvPr/>
        </p:nvGrpSpPr>
        <p:grpSpPr>
          <a:xfrm>
            <a:off x="4145440" y="4407645"/>
            <a:ext cx="470831" cy="367167"/>
            <a:chOff x="2358889" y="2253878"/>
            <a:chExt cx="470831" cy="39646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B445A4-DDA3-A547-A825-6392DB997A9C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E17E2DB-BC42-1CFD-33CA-08F46FE6EE5A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BC0F43-7D86-7D99-4650-030332C3CB3A}"/>
              </a:ext>
            </a:extLst>
          </p:cNvPr>
          <p:cNvGrpSpPr/>
          <p:nvPr/>
        </p:nvGrpSpPr>
        <p:grpSpPr>
          <a:xfrm>
            <a:off x="4876800" y="4405073"/>
            <a:ext cx="470831" cy="367167"/>
            <a:chOff x="2358889" y="2253878"/>
            <a:chExt cx="470831" cy="39646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1B4EC07-CFD5-5CC3-0F6D-0EB4F92614C0}"/>
                </a:ext>
              </a:extLst>
            </p:cNvPr>
            <p:cNvSpPr/>
            <p:nvPr/>
          </p:nvSpPr>
          <p:spPr>
            <a:xfrm>
              <a:off x="2358889" y="2259434"/>
              <a:ext cx="308112" cy="390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A188DA2-18B0-882F-B8BA-AF293B374FF8}"/>
                </a:ext>
              </a:extLst>
            </p:cNvPr>
            <p:cNvSpPr/>
            <p:nvPr/>
          </p:nvSpPr>
          <p:spPr>
            <a:xfrm>
              <a:off x="2667002" y="2253878"/>
              <a:ext cx="162718" cy="39646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CAEAE1C-FFF3-BCD9-A3CE-7624AF0D71C8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2426340" y="4593801"/>
            <a:ext cx="256380" cy="5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88EAC1F-2EF4-9025-DA0B-502A6262979D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3153551" y="4596373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1810F4-D9AE-8271-9318-4048B0A1C9B3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3884911" y="4593801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7B9ABBC-EA1F-7B60-0E0C-30B2C84111BA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>
            <a:off x="4616271" y="4591229"/>
            <a:ext cx="260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2231176-BEC5-DCF4-590A-29FB4F67AAFB}"/>
              </a:ext>
            </a:extLst>
          </p:cNvPr>
          <p:cNvGrpSpPr/>
          <p:nvPr/>
        </p:nvGrpSpPr>
        <p:grpSpPr>
          <a:xfrm>
            <a:off x="1798197" y="1258085"/>
            <a:ext cx="873637" cy="859765"/>
            <a:chOff x="1150050" y="2021757"/>
            <a:chExt cx="873637" cy="859765"/>
          </a:xfrm>
        </p:grpSpPr>
        <p:sp>
          <p:nvSpPr>
            <p:cNvPr id="52" name="Right Arrow 5">
              <a:extLst>
                <a:ext uri="{FF2B5EF4-FFF2-40B4-BE49-F238E27FC236}">
                  <a16:creationId xmlns:a16="http://schemas.microsoft.com/office/drawing/2014/main" id="{8FE1A32C-34CC-9E36-B169-A6D5C526BD5A}"/>
                </a:ext>
              </a:extLst>
            </p:cNvPr>
            <p:cNvSpPr/>
            <p:nvPr/>
          </p:nvSpPr>
          <p:spPr>
            <a:xfrm rot="5400000">
              <a:off x="1285245" y="2477656"/>
              <a:ext cx="516379" cy="291354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10057C-22DA-2ED5-6A0E-87A9F690B113}"/>
                </a:ext>
              </a:extLst>
            </p:cNvPr>
            <p:cNvSpPr txBox="1"/>
            <p:nvPr/>
          </p:nvSpPr>
          <p:spPr>
            <a:xfrm>
              <a:off x="1150050" y="2021757"/>
              <a:ext cx="873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</a:t>
              </a:r>
              <a:endParaRPr lang="en-SG" dirty="0"/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8458E92-D00E-6500-F36D-108FA035960A}"/>
              </a:ext>
            </a:extLst>
          </p:cNvPr>
          <p:cNvSpPr/>
          <p:nvPr/>
        </p:nvSpPr>
        <p:spPr>
          <a:xfrm>
            <a:off x="6591299" y="2303403"/>
            <a:ext cx="3301732" cy="9261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A404161-E283-77E4-509C-E211C1AB311D}"/>
              </a:ext>
            </a:extLst>
          </p:cNvPr>
          <p:cNvSpPr/>
          <p:nvPr/>
        </p:nvSpPr>
        <p:spPr>
          <a:xfrm>
            <a:off x="6591298" y="3628418"/>
            <a:ext cx="4762501" cy="9261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C8B06C6-DD59-2F23-606A-949E67929B9F}"/>
              </a:ext>
            </a:extLst>
          </p:cNvPr>
          <p:cNvCxnSpPr>
            <a:cxnSpLocks/>
            <a:stCxn id="29" idx="6"/>
            <a:endCxn id="45" idx="1"/>
          </p:cNvCxnSpPr>
          <p:nvPr/>
        </p:nvCxnSpPr>
        <p:spPr>
          <a:xfrm flipV="1">
            <a:off x="1473839" y="4591229"/>
            <a:ext cx="3402961" cy="8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7AA4F4F-BFA0-1E8B-AA4B-784168C48666}"/>
              </a:ext>
            </a:extLst>
          </p:cNvPr>
          <p:cNvCxnSpPr>
            <a:cxnSpLocks/>
            <a:stCxn id="29" idx="6"/>
            <a:endCxn id="42" idx="1"/>
          </p:cNvCxnSpPr>
          <p:nvPr/>
        </p:nvCxnSpPr>
        <p:spPr>
          <a:xfrm flipV="1">
            <a:off x="1473839" y="4593801"/>
            <a:ext cx="2671601" cy="5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056" name="Straight Arrow Connector 45055">
            <a:extLst>
              <a:ext uri="{FF2B5EF4-FFF2-40B4-BE49-F238E27FC236}">
                <a16:creationId xmlns:a16="http://schemas.microsoft.com/office/drawing/2014/main" id="{1A94079C-B5B7-4371-3DA5-6C117291AB9C}"/>
              </a:ext>
            </a:extLst>
          </p:cNvPr>
          <p:cNvCxnSpPr>
            <a:cxnSpLocks/>
            <a:stCxn id="29" idx="6"/>
            <a:endCxn id="39" idx="1"/>
          </p:cNvCxnSpPr>
          <p:nvPr/>
        </p:nvCxnSpPr>
        <p:spPr>
          <a:xfrm flipV="1">
            <a:off x="1473839" y="4596373"/>
            <a:ext cx="1940241" cy="2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064" name="Straight Arrow Connector 45063">
            <a:extLst>
              <a:ext uri="{FF2B5EF4-FFF2-40B4-BE49-F238E27FC236}">
                <a16:creationId xmlns:a16="http://schemas.microsoft.com/office/drawing/2014/main" id="{8B758EC1-00D9-F431-85CF-95E446E4F0B8}"/>
              </a:ext>
            </a:extLst>
          </p:cNvPr>
          <p:cNvCxnSpPr>
            <a:cxnSpLocks/>
            <a:stCxn id="29" idx="6"/>
            <a:endCxn id="36" idx="1"/>
          </p:cNvCxnSpPr>
          <p:nvPr/>
        </p:nvCxnSpPr>
        <p:spPr>
          <a:xfrm flipV="1">
            <a:off x="1473839" y="4598945"/>
            <a:ext cx="1208881" cy="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548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0.06198 -4.81481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198 -4.81481E-6 L 0.11667 -4.81481E-6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667 -4.81481E-6 L 0.17917 -4.81481E-6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5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17 -4.81481E-6 L 0.23542 -4.81481E-6 " pathEditMode="relative" rAng="0" ptsTypes="AA">
                                      <p:cBhvr>
                                        <p:cTn id="9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5" grpId="0" animBg="1"/>
      <p:bldP spid="55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a:spPr>
      <a:bodyPr rtlCol="0">
        <a:normAutofit/>
      </a:bodyPr>
      <a:lstStyle>
        <a:defPPr algn="l" eaLnBrk="1" fontAlgn="auto" hangingPunct="1">
          <a:spcAft>
            <a:spcPts val="0"/>
          </a:spcAft>
          <a:buFont typeface="Arial"/>
          <a:buChar char="•"/>
          <a:defRPr sz="2800" i="1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5ce9348-be2a-462b-8fc0-e1765a9b204a}" enabled="0" method="" siteId="{15ce9348-be2a-462b-8fc0-e1765a9b20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2565</Words>
  <Application>Microsoft Office PowerPoint</Application>
  <PresentationFormat>Widescreen</PresentationFormat>
  <Paragraphs>630</Paragraphs>
  <Slides>31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Consolas</vt:lpstr>
      <vt:lpstr>Courier New</vt:lpstr>
      <vt:lpstr>Times</vt:lpstr>
      <vt:lpstr>Times New Roman</vt:lpstr>
      <vt:lpstr>Verdana</vt:lpstr>
      <vt:lpstr>Office Theme</vt:lpstr>
      <vt:lpstr>Data Structures &amp; Algorithms in Python  Linked Lists – Lab Answers  </vt:lpstr>
      <vt:lpstr>Linked Lists</vt:lpstr>
      <vt:lpstr>Linked Lists</vt:lpstr>
      <vt:lpstr>Linked Lists</vt:lpstr>
      <vt:lpstr>Linked Lists</vt:lpstr>
      <vt:lpstr>Linked Lists</vt:lpstr>
      <vt:lpstr>Linked Lists</vt:lpstr>
      <vt:lpstr>Linked Lists</vt:lpstr>
      <vt:lpstr>Linked Lists</vt:lpstr>
      <vt:lpstr>Q01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Q01 – Answer</vt:lpstr>
      <vt:lpstr>Q02</vt:lpstr>
      <vt:lpstr>Q02 – Answer</vt:lpstr>
      <vt:lpstr>Q03</vt:lpstr>
      <vt:lpstr>Q03 – Answer</vt:lpstr>
      <vt:lpstr>Q04</vt:lpstr>
      <vt:lpstr>Q04 –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  Chapter 01 – Overview  Dr. Owen Noel Newton Fernando</dc:title>
  <dc:creator>Thisura Embuldeniya</dc:creator>
  <cp:lastModifiedBy>Owen Noel Newton Fernando (Dr)</cp:lastModifiedBy>
  <cp:revision>152</cp:revision>
  <dcterms:created xsi:type="dcterms:W3CDTF">2024-09-01T19:11:44Z</dcterms:created>
  <dcterms:modified xsi:type="dcterms:W3CDTF">2026-01-31T12:58:18Z</dcterms:modified>
</cp:coreProperties>
</file>